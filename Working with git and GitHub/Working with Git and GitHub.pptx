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77" r:id="rId3"/>
    <p:sldId id="257" r:id="rId4"/>
    <p:sldId id="258" r:id="rId5"/>
    <p:sldId id="261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6" r:id="rId14"/>
    <p:sldId id="271" r:id="rId15"/>
    <p:sldId id="272" r:id="rId16"/>
    <p:sldId id="274" r:id="rId17"/>
    <p:sldId id="275" r:id="rId18"/>
    <p:sldId id="278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8BA2A2-9392-4724-9CE2-D8FF2C97C9F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4344F3E-8D06-44ED-B623-198DDB3D3504}">
      <dgm:prSet/>
      <dgm:spPr/>
      <dgm:t>
        <a:bodyPr/>
        <a:lstStyle/>
        <a:p>
          <a:r>
            <a:rPr lang="en-US"/>
            <a:t>Version Control</a:t>
          </a:r>
        </a:p>
      </dgm:t>
    </dgm:pt>
    <dgm:pt modelId="{A1AD0974-585C-47A3-B03F-4ADFB85E462E}" type="parTrans" cxnId="{03AC118A-1959-4E80-A9AD-F6310FC6E56E}">
      <dgm:prSet/>
      <dgm:spPr/>
      <dgm:t>
        <a:bodyPr/>
        <a:lstStyle/>
        <a:p>
          <a:endParaRPr lang="en-US"/>
        </a:p>
      </dgm:t>
    </dgm:pt>
    <dgm:pt modelId="{74E412F4-7DC2-44E1-9BD3-0DB8559C5E7B}" type="sibTrans" cxnId="{03AC118A-1959-4E80-A9AD-F6310FC6E56E}">
      <dgm:prSet/>
      <dgm:spPr/>
      <dgm:t>
        <a:bodyPr/>
        <a:lstStyle/>
        <a:p>
          <a:endParaRPr lang="en-US"/>
        </a:p>
      </dgm:t>
    </dgm:pt>
    <dgm:pt modelId="{4C8798F8-2D5C-4154-8F77-94A436357567}">
      <dgm:prSet/>
      <dgm:spPr/>
      <dgm:t>
        <a:bodyPr/>
        <a:lstStyle/>
        <a:p>
          <a:r>
            <a:rPr lang="en-US"/>
            <a:t>Git</a:t>
          </a:r>
        </a:p>
      </dgm:t>
    </dgm:pt>
    <dgm:pt modelId="{991131E7-6986-4737-92C4-AF30F909733A}" type="parTrans" cxnId="{3DFA0524-E205-4F53-886C-31F936EF362B}">
      <dgm:prSet/>
      <dgm:spPr/>
      <dgm:t>
        <a:bodyPr/>
        <a:lstStyle/>
        <a:p>
          <a:endParaRPr lang="en-US"/>
        </a:p>
      </dgm:t>
    </dgm:pt>
    <dgm:pt modelId="{7C5687DE-E029-40F5-A677-FBD58484B9D2}" type="sibTrans" cxnId="{3DFA0524-E205-4F53-886C-31F936EF362B}">
      <dgm:prSet/>
      <dgm:spPr/>
      <dgm:t>
        <a:bodyPr/>
        <a:lstStyle/>
        <a:p>
          <a:endParaRPr lang="en-US"/>
        </a:p>
      </dgm:t>
    </dgm:pt>
    <dgm:pt modelId="{41933334-011F-46A8-8092-7118A830E6D7}">
      <dgm:prSet/>
      <dgm:spPr/>
      <dgm:t>
        <a:bodyPr/>
        <a:lstStyle/>
        <a:p>
          <a:r>
            <a:rPr lang="en-US"/>
            <a:t>Repositories</a:t>
          </a:r>
        </a:p>
      </dgm:t>
    </dgm:pt>
    <dgm:pt modelId="{74A36BB6-404D-401C-901F-B151BE651381}" type="parTrans" cxnId="{1E31E6E4-F0AA-4A8C-A486-17CB36D3180E}">
      <dgm:prSet/>
      <dgm:spPr/>
      <dgm:t>
        <a:bodyPr/>
        <a:lstStyle/>
        <a:p>
          <a:endParaRPr lang="en-US"/>
        </a:p>
      </dgm:t>
    </dgm:pt>
    <dgm:pt modelId="{C408387C-4CB3-491D-BA6D-D6D54F1300EC}" type="sibTrans" cxnId="{1E31E6E4-F0AA-4A8C-A486-17CB36D3180E}">
      <dgm:prSet/>
      <dgm:spPr/>
      <dgm:t>
        <a:bodyPr/>
        <a:lstStyle/>
        <a:p>
          <a:endParaRPr lang="en-US"/>
        </a:p>
      </dgm:t>
    </dgm:pt>
    <dgm:pt modelId="{D7D777AF-8947-4A11-9264-B4D34BB5BA0A}">
      <dgm:prSet/>
      <dgm:spPr/>
      <dgm:t>
        <a:bodyPr/>
        <a:lstStyle/>
        <a:p>
          <a:r>
            <a:rPr lang="en-US"/>
            <a:t>Commits</a:t>
          </a:r>
        </a:p>
      </dgm:t>
    </dgm:pt>
    <dgm:pt modelId="{30F2B75C-1BC0-41C4-A5BF-D12BEE2AD367}" type="parTrans" cxnId="{5CA48CEE-1032-4BE5-808E-FE5B9306DA7C}">
      <dgm:prSet/>
      <dgm:spPr/>
      <dgm:t>
        <a:bodyPr/>
        <a:lstStyle/>
        <a:p>
          <a:endParaRPr lang="en-US"/>
        </a:p>
      </dgm:t>
    </dgm:pt>
    <dgm:pt modelId="{2E6CF482-CB36-472F-B390-192176F2A8CC}" type="sibTrans" cxnId="{5CA48CEE-1032-4BE5-808E-FE5B9306DA7C}">
      <dgm:prSet/>
      <dgm:spPr/>
      <dgm:t>
        <a:bodyPr/>
        <a:lstStyle/>
        <a:p>
          <a:endParaRPr lang="en-US"/>
        </a:p>
      </dgm:t>
    </dgm:pt>
    <dgm:pt modelId="{46942D30-AD9A-4CA2-85CD-C52E01155FB7}">
      <dgm:prSet/>
      <dgm:spPr/>
      <dgm:t>
        <a:bodyPr/>
        <a:lstStyle/>
        <a:p>
          <a:r>
            <a:rPr lang="en-US"/>
            <a:t>Branches </a:t>
          </a:r>
        </a:p>
      </dgm:t>
    </dgm:pt>
    <dgm:pt modelId="{900A4503-7CBB-4F50-B578-C7AFAE1DB3C1}" type="parTrans" cxnId="{0CD563EF-D817-4C85-B181-4E4335C8547E}">
      <dgm:prSet/>
      <dgm:spPr/>
      <dgm:t>
        <a:bodyPr/>
        <a:lstStyle/>
        <a:p>
          <a:endParaRPr lang="en-US"/>
        </a:p>
      </dgm:t>
    </dgm:pt>
    <dgm:pt modelId="{A9AF06F6-072E-4B05-9E85-3E796D79DACC}" type="sibTrans" cxnId="{0CD563EF-D817-4C85-B181-4E4335C8547E}">
      <dgm:prSet/>
      <dgm:spPr/>
      <dgm:t>
        <a:bodyPr/>
        <a:lstStyle/>
        <a:p>
          <a:endParaRPr lang="en-US"/>
        </a:p>
      </dgm:t>
    </dgm:pt>
    <dgm:pt modelId="{B0B66569-5D8B-4361-B1DC-43764BF9885C}">
      <dgm:prSet/>
      <dgm:spPr/>
      <dgm:t>
        <a:bodyPr/>
        <a:lstStyle/>
        <a:p>
          <a:r>
            <a:rPr lang="en-US"/>
            <a:t>Merges</a:t>
          </a:r>
        </a:p>
      </dgm:t>
    </dgm:pt>
    <dgm:pt modelId="{DFFCE855-78F8-4D88-BE64-514EB53BE963}" type="parTrans" cxnId="{EEC2F15F-1266-4232-8B72-38B4AAD59019}">
      <dgm:prSet/>
      <dgm:spPr/>
      <dgm:t>
        <a:bodyPr/>
        <a:lstStyle/>
        <a:p>
          <a:endParaRPr lang="en-US"/>
        </a:p>
      </dgm:t>
    </dgm:pt>
    <dgm:pt modelId="{0C536AB3-188B-49A2-B791-2698CBB5E8D6}" type="sibTrans" cxnId="{EEC2F15F-1266-4232-8B72-38B4AAD59019}">
      <dgm:prSet/>
      <dgm:spPr/>
      <dgm:t>
        <a:bodyPr/>
        <a:lstStyle/>
        <a:p>
          <a:endParaRPr lang="en-US"/>
        </a:p>
      </dgm:t>
    </dgm:pt>
    <dgm:pt modelId="{364D79F0-C743-42CC-BBF4-E1F318C3A625}" type="pres">
      <dgm:prSet presAssocID="{AB8BA2A2-9392-4724-9CE2-D8FF2C97C9FB}" presName="root" presStyleCnt="0">
        <dgm:presLayoutVars>
          <dgm:dir/>
          <dgm:resizeHandles val="exact"/>
        </dgm:presLayoutVars>
      </dgm:prSet>
      <dgm:spPr/>
    </dgm:pt>
    <dgm:pt modelId="{AA90A46D-6A22-428A-801F-AE9A984FBCD1}" type="pres">
      <dgm:prSet presAssocID="{E4344F3E-8D06-44ED-B623-198DDB3D3504}" presName="compNode" presStyleCnt="0"/>
      <dgm:spPr/>
    </dgm:pt>
    <dgm:pt modelId="{6A0A32EE-FD25-4FCB-B007-5DC1D994A7E7}" type="pres">
      <dgm:prSet presAssocID="{E4344F3E-8D06-44ED-B623-198DDB3D3504}" presName="bgRect" presStyleLbl="bgShp" presStyleIdx="0" presStyleCnt="2"/>
      <dgm:spPr/>
    </dgm:pt>
    <dgm:pt modelId="{609AE49D-2D98-47AC-9B85-9BA5CAB0C9B5}" type="pres">
      <dgm:prSet presAssocID="{E4344F3E-8D06-44ED-B623-198DDB3D350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1CF2389A-6E18-4030-B4BF-FF0F1CD696F7}" type="pres">
      <dgm:prSet presAssocID="{E4344F3E-8D06-44ED-B623-198DDB3D3504}" presName="spaceRect" presStyleCnt="0"/>
      <dgm:spPr/>
    </dgm:pt>
    <dgm:pt modelId="{2D076D01-D1A1-4D0B-9B09-02672694523B}" type="pres">
      <dgm:prSet presAssocID="{E4344F3E-8D06-44ED-B623-198DDB3D3504}" presName="parTx" presStyleLbl="revTx" presStyleIdx="0" presStyleCnt="3">
        <dgm:presLayoutVars>
          <dgm:chMax val="0"/>
          <dgm:chPref val="0"/>
        </dgm:presLayoutVars>
      </dgm:prSet>
      <dgm:spPr/>
    </dgm:pt>
    <dgm:pt modelId="{1E7D5DD5-E7F5-46D6-8A8D-4F2A4619259E}" type="pres">
      <dgm:prSet presAssocID="{74E412F4-7DC2-44E1-9BD3-0DB8559C5E7B}" presName="sibTrans" presStyleCnt="0"/>
      <dgm:spPr/>
    </dgm:pt>
    <dgm:pt modelId="{8A960D94-E981-42AA-8711-2AB3926655FB}" type="pres">
      <dgm:prSet presAssocID="{4C8798F8-2D5C-4154-8F77-94A436357567}" presName="compNode" presStyleCnt="0"/>
      <dgm:spPr/>
    </dgm:pt>
    <dgm:pt modelId="{E2BF2F70-6757-4246-90A0-C12625B0F0BB}" type="pres">
      <dgm:prSet presAssocID="{4C8798F8-2D5C-4154-8F77-94A436357567}" presName="bgRect" presStyleLbl="bgShp" presStyleIdx="1" presStyleCnt="2"/>
      <dgm:spPr/>
    </dgm:pt>
    <dgm:pt modelId="{03A8300D-7D4F-4B20-BDAF-6DD435120E16}" type="pres">
      <dgm:prSet presAssocID="{4C8798F8-2D5C-4154-8F77-94A43635756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FE3CD2A-9722-42EA-BD8F-A4F8BFAE46D5}" type="pres">
      <dgm:prSet presAssocID="{4C8798F8-2D5C-4154-8F77-94A436357567}" presName="spaceRect" presStyleCnt="0"/>
      <dgm:spPr/>
    </dgm:pt>
    <dgm:pt modelId="{2E132196-C219-419E-A615-251AC060398B}" type="pres">
      <dgm:prSet presAssocID="{4C8798F8-2D5C-4154-8F77-94A436357567}" presName="parTx" presStyleLbl="revTx" presStyleIdx="1" presStyleCnt="3">
        <dgm:presLayoutVars>
          <dgm:chMax val="0"/>
          <dgm:chPref val="0"/>
        </dgm:presLayoutVars>
      </dgm:prSet>
      <dgm:spPr/>
    </dgm:pt>
    <dgm:pt modelId="{492E1F9E-9C63-4C98-906D-480D593FFBDA}" type="pres">
      <dgm:prSet presAssocID="{4C8798F8-2D5C-4154-8F77-94A436357567}" presName="desTx" presStyleLbl="revTx" presStyleIdx="2" presStyleCnt="3">
        <dgm:presLayoutVars/>
      </dgm:prSet>
      <dgm:spPr/>
    </dgm:pt>
  </dgm:ptLst>
  <dgm:cxnLst>
    <dgm:cxn modelId="{3DFA0524-E205-4F53-886C-31F936EF362B}" srcId="{AB8BA2A2-9392-4724-9CE2-D8FF2C97C9FB}" destId="{4C8798F8-2D5C-4154-8F77-94A436357567}" srcOrd="1" destOrd="0" parTransId="{991131E7-6986-4737-92C4-AF30F909733A}" sibTransId="{7C5687DE-E029-40F5-A677-FBD58484B9D2}"/>
    <dgm:cxn modelId="{EEC2F15F-1266-4232-8B72-38B4AAD59019}" srcId="{4C8798F8-2D5C-4154-8F77-94A436357567}" destId="{B0B66569-5D8B-4361-B1DC-43764BF9885C}" srcOrd="3" destOrd="0" parTransId="{DFFCE855-78F8-4D88-BE64-514EB53BE963}" sibTransId="{0C536AB3-188B-49A2-B791-2698CBB5E8D6}"/>
    <dgm:cxn modelId="{B844DD62-B11B-4C01-B103-CA4AEFD08FA6}" type="presOf" srcId="{E4344F3E-8D06-44ED-B623-198DDB3D3504}" destId="{2D076D01-D1A1-4D0B-9B09-02672694523B}" srcOrd="0" destOrd="0" presId="urn:microsoft.com/office/officeart/2018/2/layout/IconVerticalSolidList"/>
    <dgm:cxn modelId="{3FCA2B47-824E-4FD7-8341-E2DBDF9F0ED6}" type="presOf" srcId="{B0B66569-5D8B-4361-B1DC-43764BF9885C}" destId="{492E1F9E-9C63-4C98-906D-480D593FFBDA}" srcOrd="0" destOrd="3" presId="urn:microsoft.com/office/officeart/2018/2/layout/IconVerticalSolidList"/>
    <dgm:cxn modelId="{C82D974B-F51F-4DE6-871E-3BDDC74C5421}" type="presOf" srcId="{D7D777AF-8947-4A11-9264-B4D34BB5BA0A}" destId="{492E1F9E-9C63-4C98-906D-480D593FFBDA}" srcOrd="0" destOrd="1" presId="urn:microsoft.com/office/officeart/2018/2/layout/IconVerticalSolidList"/>
    <dgm:cxn modelId="{FB9CA953-6E20-4F36-8585-34289DCB467F}" type="presOf" srcId="{AB8BA2A2-9392-4724-9CE2-D8FF2C97C9FB}" destId="{364D79F0-C743-42CC-BBF4-E1F318C3A625}" srcOrd="0" destOrd="0" presId="urn:microsoft.com/office/officeart/2018/2/layout/IconVerticalSolidList"/>
    <dgm:cxn modelId="{03AC118A-1959-4E80-A9AD-F6310FC6E56E}" srcId="{AB8BA2A2-9392-4724-9CE2-D8FF2C97C9FB}" destId="{E4344F3E-8D06-44ED-B623-198DDB3D3504}" srcOrd="0" destOrd="0" parTransId="{A1AD0974-585C-47A3-B03F-4ADFB85E462E}" sibTransId="{74E412F4-7DC2-44E1-9BD3-0DB8559C5E7B}"/>
    <dgm:cxn modelId="{E5C0B68C-9D37-487D-896F-335E197889B3}" type="presOf" srcId="{4C8798F8-2D5C-4154-8F77-94A436357567}" destId="{2E132196-C219-419E-A615-251AC060398B}" srcOrd="0" destOrd="0" presId="urn:microsoft.com/office/officeart/2018/2/layout/IconVerticalSolidList"/>
    <dgm:cxn modelId="{F3CFCB93-59F5-4D5D-822B-BF844DA20AE5}" type="presOf" srcId="{46942D30-AD9A-4CA2-85CD-C52E01155FB7}" destId="{492E1F9E-9C63-4C98-906D-480D593FFBDA}" srcOrd="0" destOrd="2" presId="urn:microsoft.com/office/officeart/2018/2/layout/IconVerticalSolidList"/>
    <dgm:cxn modelId="{781BE3B2-1A27-4917-A896-341BA6FD0B82}" type="presOf" srcId="{41933334-011F-46A8-8092-7118A830E6D7}" destId="{492E1F9E-9C63-4C98-906D-480D593FFBDA}" srcOrd="0" destOrd="0" presId="urn:microsoft.com/office/officeart/2018/2/layout/IconVerticalSolidList"/>
    <dgm:cxn modelId="{1E31E6E4-F0AA-4A8C-A486-17CB36D3180E}" srcId="{4C8798F8-2D5C-4154-8F77-94A436357567}" destId="{41933334-011F-46A8-8092-7118A830E6D7}" srcOrd="0" destOrd="0" parTransId="{74A36BB6-404D-401C-901F-B151BE651381}" sibTransId="{C408387C-4CB3-491D-BA6D-D6D54F1300EC}"/>
    <dgm:cxn modelId="{5CA48CEE-1032-4BE5-808E-FE5B9306DA7C}" srcId="{4C8798F8-2D5C-4154-8F77-94A436357567}" destId="{D7D777AF-8947-4A11-9264-B4D34BB5BA0A}" srcOrd="1" destOrd="0" parTransId="{30F2B75C-1BC0-41C4-A5BF-D12BEE2AD367}" sibTransId="{2E6CF482-CB36-472F-B390-192176F2A8CC}"/>
    <dgm:cxn modelId="{0CD563EF-D817-4C85-B181-4E4335C8547E}" srcId="{4C8798F8-2D5C-4154-8F77-94A436357567}" destId="{46942D30-AD9A-4CA2-85CD-C52E01155FB7}" srcOrd="2" destOrd="0" parTransId="{900A4503-7CBB-4F50-B578-C7AFAE1DB3C1}" sibTransId="{A9AF06F6-072E-4B05-9E85-3E796D79DACC}"/>
    <dgm:cxn modelId="{9B730844-B276-4F59-8381-77A74BFDE213}" type="presParOf" srcId="{364D79F0-C743-42CC-BBF4-E1F318C3A625}" destId="{AA90A46D-6A22-428A-801F-AE9A984FBCD1}" srcOrd="0" destOrd="0" presId="urn:microsoft.com/office/officeart/2018/2/layout/IconVerticalSolidList"/>
    <dgm:cxn modelId="{33B31374-419B-4444-B75C-69F2722306E4}" type="presParOf" srcId="{AA90A46D-6A22-428A-801F-AE9A984FBCD1}" destId="{6A0A32EE-FD25-4FCB-B007-5DC1D994A7E7}" srcOrd="0" destOrd="0" presId="urn:microsoft.com/office/officeart/2018/2/layout/IconVerticalSolidList"/>
    <dgm:cxn modelId="{C24E984F-F27B-404D-B6EA-46EA65893491}" type="presParOf" srcId="{AA90A46D-6A22-428A-801F-AE9A984FBCD1}" destId="{609AE49D-2D98-47AC-9B85-9BA5CAB0C9B5}" srcOrd="1" destOrd="0" presId="urn:microsoft.com/office/officeart/2018/2/layout/IconVerticalSolidList"/>
    <dgm:cxn modelId="{7245DA95-3149-494B-9B91-ED74C6C65519}" type="presParOf" srcId="{AA90A46D-6A22-428A-801F-AE9A984FBCD1}" destId="{1CF2389A-6E18-4030-B4BF-FF0F1CD696F7}" srcOrd="2" destOrd="0" presId="urn:microsoft.com/office/officeart/2018/2/layout/IconVerticalSolidList"/>
    <dgm:cxn modelId="{1BE92DA2-A50D-43E0-B93E-CBAF92B74664}" type="presParOf" srcId="{AA90A46D-6A22-428A-801F-AE9A984FBCD1}" destId="{2D076D01-D1A1-4D0B-9B09-02672694523B}" srcOrd="3" destOrd="0" presId="urn:microsoft.com/office/officeart/2018/2/layout/IconVerticalSolidList"/>
    <dgm:cxn modelId="{1EB94D96-CF0B-466C-A0B0-72B5D9EEFC0B}" type="presParOf" srcId="{364D79F0-C743-42CC-BBF4-E1F318C3A625}" destId="{1E7D5DD5-E7F5-46D6-8A8D-4F2A4619259E}" srcOrd="1" destOrd="0" presId="urn:microsoft.com/office/officeart/2018/2/layout/IconVerticalSolidList"/>
    <dgm:cxn modelId="{2ED8EBA3-EDD8-4BFC-9E62-D88DF58143C6}" type="presParOf" srcId="{364D79F0-C743-42CC-BBF4-E1F318C3A625}" destId="{8A960D94-E981-42AA-8711-2AB3926655FB}" srcOrd="2" destOrd="0" presId="urn:microsoft.com/office/officeart/2018/2/layout/IconVerticalSolidList"/>
    <dgm:cxn modelId="{BECB70E4-09A8-4E73-BB11-682E9F462A52}" type="presParOf" srcId="{8A960D94-E981-42AA-8711-2AB3926655FB}" destId="{E2BF2F70-6757-4246-90A0-C12625B0F0BB}" srcOrd="0" destOrd="0" presId="urn:microsoft.com/office/officeart/2018/2/layout/IconVerticalSolidList"/>
    <dgm:cxn modelId="{F606AEBC-C64F-4779-AF23-DCF6B82C308B}" type="presParOf" srcId="{8A960D94-E981-42AA-8711-2AB3926655FB}" destId="{03A8300D-7D4F-4B20-BDAF-6DD435120E16}" srcOrd="1" destOrd="0" presId="urn:microsoft.com/office/officeart/2018/2/layout/IconVerticalSolidList"/>
    <dgm:cxn modelId="{B44F0E39-20F1-4389-9418-793247E67028}" type="presParOf" srcId="{8A960D94-E981-42AA-8711-2AB3926655FB}" destId="{BFE3CD2A-9722-42EA-BD8F-A4F8BFAE46D5}" srcOrd="2" destOrd="0" presId="urn:microsoft.com/office/officeart/2018/2/layout/IconVerticalSolidList"/>
    <dgm:cxn modelId="{ADAFC9B1-C9AE-435D-A9DE-12A3E121365A}" type="presParOf" srcId="{8A960D94-E981-42AA-8711-2AB3926655FB}" destId="{2E132196-C219-419E-A615-251AC060398B}" srcOrd="3" destOrd="0" presId="urn:microsoft.com/office/officeart/2018/2/layout/IconVerticalSolidList"/>
    <dgm:cxn modelId="{50250F8C-FDF5-4146-BCDE-8DE416B3373A}" type="presParOf" srcId="{8A960D94-E981-42AA-8711-2AB3926655FB}" destId="{492E1F9E-9C63-4C98-906D-480D593FFBDA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615001-0C94-416C-9147-DEA874C5E52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4A7A556-BF46-426B-B1DA-E219EEEE0FEF}">
      <dgm:prSet/>
      <dgm:spPr/>
      <dgm:t>
        <a:bodyPr/>
        <a:lstStyle/>
        <a:p>
          <a:r>
            <a:rPr lang="en-US"/>
            <a:t>A system that keeps records of our changes</a:t>
          </a:r>
        </a:p>
      </dgm:t>
    </dgm:pt>
    <dgm:pt modelId="{8B44BFE7-DD53-4391-960C-A36142B45286}" type="parTrans" cxnId="{33B5A14B-B413-44D7-80B3-9D02634A24E8}">
      <dgm:prSet/>
      <dgm:spPr/>
      <dgm:t>
        <a:bodyPr/>
        <a:lstStyle/>
        <a:p>
          <a:endParaRPr lang="en-US"/>
        </a:p>
      </dgm:t>
    </dgm:pt>
    <dgm:pt modelId="{E5D9CD1A-37CD-45DE-9512-2579018FCC10}" type="sibTrans" cxnId="{33B5A14B-B413-44D7-80B3-9D02634A24E8}">
      <dgm:prSet/>
      <dgm:spPr/>
      <dgm:t>
        <a:bodyPr/>
        <a:lstStyle/>
        <a:p>
          <a:endParaRPr lang="en-US"/>
        </a:p>
      </dgm:t>
    </dgm:pt>
    <dgm:pt modelId="{605D8423-F493-4A59-8C00-44D13E150BB2}">
      <dgm:prSet/>
      <dgm:spPr/>
      <dgm:t>
        <a:bodyPr/>
        <a:lstStyle/>
        <a:p>
          <a:r>
            <a:rPr lang="en-US"/>
            <a:t>Allows for collaborative development</a:t>
          </a:r>
        </a:p>
      </dgm:t>
    </dgm:pt>
    <dgm:pt modelId="{BEE6E486-7A6F-4EDD-8646-C80A041A78A9}" type="parTrans" cxnId="{CA4260C2-5D4D-4E23-ADD2-802138E33469}">
      <dgm:prSet/>
      <dgm:spPr/>
      <dgm:t>
        <a:bodyPr/>
        <a:lstStyle/>
        <a:p>
          <a:endParaRPr lang="en-US"/>
        </a:p>
      </dgm:t>
    </dgm:pt>
    <dgm:pt modelId="{B30044DF-9BEC-43B8-A237-B74A9B943C84}" type="sibTrans" cxnId="{CA4260C2-5D4D-4E23-ADD2-802138E33469}">
      <dgm:prSet/>
      <dgm:spPr/>
      <dgm:t>
        <a:bodyPr/>
        <a:lstStyle/>
        <a:p>
          <a:endParaRPr lang="en-US"/>
        </a:p>
      </dgm:t>
    </dgm:pt>
    <dgm:pt modelId="{69A6E32A-93BA-4DDB-8304-858EF62A50E5}">
      <dgm:prSet/>
      <dgm:spPr/>
      <dgm:t>
        <a:bodyPr/>
        <a:lstStyle/>
        <a:p>
          <a:r>
            <a:rPr lang="en-US"/>
            <a:t>Allows us to know who made what changes and when</a:t>
          </a:r>
        </a:p>
      </dgm:t>
    </dgm:pt>
    <dgm:pt modelId="{3EF934A3-249B-4B40-A05C-CCBFDC78C113}" type="parTrans" cxnId="{1C82A2E0-40C9-4889-8374-59166AC1D8CD}">
      <dgm:prSet/>
      <dgm:spPr/>
      <dgm:t>
        <a:bodyPr/>
        <a:lstStyle/>
        <a:p>
          <a:endParaRPr lang="en-US"/>
        </a:p>
      </dgm:t>
    </dgm:pt>
    <dgm:pt modelId="{A64063B2-DAC4-4043-950C-709AA3F11E52}" type="sibTrans" cxnId="{1C82A2E0-40C9-4889-8374-59166AC1D8CD}">
      <dgm:prSet/>
      <dgm:spPr/>
      <dgm:t>
        <a:bodyPr/>
        <a:lstStyle/>
        <a:p>
          <a:endParaRPr lang="en-US"/>
        </a:p>
      </dgm:t>
    </dgm:pt>
    <dgm:pt modelId="{C648B899-3D95-4BF4-A14C-E4FE7898AEB6}">
      <dgm:prSet/>
      <dgm:spPr/>
      <dgm:t>
        <a:bodyPr/>
        <a:lstStyle/>
        <a:p>
          <a:r>
            <a:rPr lang="en-US"/>
            <a:t>Allows us to revert any changes and go back to a previous state</a:t>
          </a:r>
        </a:p>
      </dgm:t>
    </dgm:pt>
    <dgm:pt modelId="{5D132C8C-CBCA-4CF0-B9C4-D42D15FB7B9C}" type="parTrans" cxnId="{DB22E5CC-CEB4-4B0B-993F-55AF668D39B9}">
      <dgm:prSet/>
      <dgm:spPr/>
      <dgm:t>
        <a:bodyPr/>
        <a:lstStyle/>
        <a:p>
          <a:endParaRPr lang="en-US"/>
        </a:p>
      </dgm:t>
    </dgm:pt>
    <dgm:pt modelId="{7669998E-AF7B-4BC7-A0A6-E38724765A7C}" type="sibTrans" cxnId="{DB22E5CC-CEB4-4B0B-993F-55AF668D39B9}">
      <dgm:prSet/>
      <dgm:spPr/>
      <dgm:t>
        <a:bodyPr/>
        <a:lstStyle/>
        <a:p>
          <a:endParaRPr lang="en-US"/>
        </a:p>
      </dgm:t>
    </dgm:pt>
    <dgm:pt modelId="{BEFD4C05-BB00-4479-A923-31B4E590970C}" type="pres">
      <dgm:prSet presAssocID="{9F615001-0C94-416C-9147-DEA874C5E52E}" presName="root" presStyleCnt="0">
        <dgm:presLayoutVars>
          <dgm:dir/>
          <dgm:resizeHandles val="exact"/>
        </dgm:presLayoutVars>
      </dgm:prSet>
      <dgm:spPr/>
    </dgm:pt>
    <dgm:pt modelId="{AC235B1F-EA17-4C55-99C9-0BC912E2A69B}" type="pres">
      <dgm:prSet presAssocID="{54A7A556-BF46-426B-B1DA-E219EEEE0FEF}" presName="compNode" presStyleCnt="0"/>
      <dgm:spPr/>
    </dgm:pt>
    <dgm:pt modelId="{93A2E422-A303-4E44-803E-9F0543268E38}" type="pres">
      <dgm:prSet presAssocID="{54A7A556-BF46-426B-B1DA-E219EEEE0FE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5C7E89AE-1A2B-41FB-B47A-CEF2E04E4F87}" type="pres">
      <dgm:prSet presAssocID="{54A7A556-BF46-426B-B1DA-E219EEEE0FEF}" presName="spaceRect" presStyleCnt="0"/>
      <dgm:spPr/>
    </dgm:pt>
    <dgm:pt modelId="{6D8BD6D3-372B-40A7-BDFD-6E84AC5504AC}" type="pres">
      <dgm:prSet presAssocID="{54A7A556-BF46-426B-B1DA-E219EEEE0FEF}" presName="textRect" presStyleLbl="revTx" presStyleIdx="0" presStyleCnt="4">
        <dgm:presLayoutVars>
          <dgm:chMax val="1"/>
          <dgm:chPref val="1"/>
        </dgm:presLayoutVars>
      </dgm:prSet>
      <dgm:spPr/>
    </dgm:pt>
    <dgm:pt modelId="{E468380E-6982-40C0-9294-0DE0C3DB4631}" type="pres">
      <dgm:prSet presAssocID="{E5D9CD1A-37CD-45DE-9512-2579018FCC10}" presName="sibTrans" presStyleCnt="0"/>
      <dgm:spPr/>
    </dgm:pt>
    <dgm:pt modelId="{2A916A17-7C98-4E1D-A56E-29368A4D7899}" type="pres">
      <dgm:prSet presAssocID="{605D8423-F493-4A59-8C00-44D13E150BB2}" presName="compNode" presStyleCnt="0"/>
      <dgm:spPr/>
    </dgm:pt>
    <dgm:pt modelId="{68735C6A-17CE-403A-9522-3CF253EE7FDA}" type="pres">
      <dgm:prSet presAssocID="{605D8423-F493-4A59-8C00-44D13E150BB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47F0EBB-288F-4385-AE61-2D11A2AEE278}" type="pres">
      <dgm:prSet presAssocID="{605D8423-F493-4A59-8C00-44D13E150BB2}" presName="spaceRect" presStyleCnt="0"/>
      <dgm:spPr/>
    </dgm:pt>
    <dgm:pt modelId="{43C5A28A-D130-4669-A851-567946080910}" type="pres">
      <dgm:prSet presAssocID="{605D8423-F493-4A59-8C00-44D13E150BB2}" presName="textRect" presStyleLbl="revTx" presStyleIdx="1" presStyleCnt="4">
        <dgm:presLayoutVars>
          <dgm:chMax val="1"/>
          <dgm:chPref val="1"/>
        </dgm:presLayoutVars>
      </dgm:prSet>
      <dgm:spPr/>
    </dgm:pt>
    <dgm:pt modelId="{5AABD82F-BCC5-4D1A-946E-EC7E6185D7E7}" type="pres">
      <dgm:prSet presAssocID="{B30044DF-9BEC-43B8-A237-B74A9B943C84}" presName="sibTrans" presStyleCnt="0"/>
      <dgm:spPr/>
    </dgm:pt>
    <dgm:pt modelId="{F8AFB160-4164-4AE0-96F0-C1AF526EB52B}" type="pres">
      <dgm:prSet presAssocID="{69A6E32A-93BA-4DDB-8304-858EF62A50E5}" presName="compNode" presStyleCnt="0"/>
      <dgm:spPr/>
    </dgm:pt>
    <dgm:pt modelId="{A56450FC-CFD2-480B-9373-B376C8E93D06}" type="pres">
      <dgm:prSet presAssocID="{69A6E32A-93BA-4DDB-8304-858EF62A50E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Brainstorm"/>
        </a:ext>
      </dgm:extLst>
    </dgm:pt>
    <dgm:pt modelId="{01B20383-6281-48C4-A32A-9A02B2FF7CC0}" type="pres">
      <dgm:prSet presAssocID="{69A6E32A-93BA-4DDB-8304-858EF62A50E5}" presName="spaceRect" presStyleCnt="0"/>
      <dgm:spPr/>
    </dgm:pt>
    <dgm:pt modelId="{71F94409-7BBF-4C87-BD86-EC9699452ED3}" type="pres">
      <dgm:prSet presAssocID="{69A6E32A-93BA-4DDB-8304-858EF62A50E5}" presName="textRect" presStyleLbl="revTx" presStyleIdx="2" presStyleCnt="4">
        <dgm:presLayoutVars>
          <dgm:chMax val="1"/>
          <dgm:chPref val="1"/>
        </dgm:presLayoutVars>
      </dgm:prSet>
      <dgm:spPr/>
    </dgm:pt>
    <dgm:pt modelId="{FCFCC101-2375-44E8-84BF-F3F979A3FCD7}" type="pres">
      <dgm:prSet presAssocID="{A64063B2-DAC4-4043-950C-709AA3F11E52}" presName="sibTrans" presStyleCnt="0"/>
      <dgm:spPr/>
    </dgm:pt>
    <dgm:pt modelId="{69958CEA-7988-4BA1-8938-9C4389D8C33D}" type="pres">
      <dgm:prSet presAssocID="{C648B899-3D95-4BF4-A14C-E4FE7898AEB6}" presName="compNode" presStyleCnt="0"/>
      <dgm:spPr/>
    </dgm:pt>
    <dgm:pt modelId="{04B378D9-2E41-49E7-8EB5-BF65373CFD1F}" type="pres">
      <dgm:prSet presAssocID="{C648B899-3D95-4BF4-A14C-E4FE7898AEB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ginning"/>
        </a:ext>
      </dgm:extLst>
    </dgm:pt>
    <dgm:pt modelId="{A9D14D16-8974-4C53-92A0-EA284B11A118}" type="pres">
      <dgm:prSet presAssocID="{C648B899-3D95-4BF4-A14C-E4FE7898AEB6}" presName="spaceRect" presStyleCnt="0"/>
      <dgm:spPr/>
    </dgm:pt>
    <dgm:pt modelId="{94412387-3E5A-44B7-98B8-D1C183440D59}" type="pres">
      <dgm:prSet presAssocID="{C648B899-3D95-4BF4-A14C-E4FE7898AEB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F665335-F5DB-4753-9AA1-117378E2F1B4}" type="presOf" srcId="{54A7A556-BF46-426B-B1DA-E219EEEE0FEF}" destId="{6D8BD6D3-372B-40A7-BDFD-6E84AC5504AC}" srcOrd="0" destOrd="0" presId="urn:microsoft.com/office/officeart/2018/2/layout/IconLabelList"/>
    <dgm:cxn modelId="{5E9AE23A-EF25-450E-8067-A23ABC73E80B}" type="presOf" srcId="{C648B899-3D95-4BF4-A14C-E4FE7898AEB6}" destId="{94412387-3E5A-44B7-98B8-D1C183440D59}" srcOrd="0" destOrd="0" presId="urn:microsoft.com/office/officeart/2018/2/layout/IconLabelList"/>
    <dgm:cxn modelId="{CBCC5267-6491-4219-8A16-82E2399D20FC}" type="presOf" srcId="{9F615001-0C94-416C-9147-DEA874C5E52E}" destId="{BEFD4C05-BB00-4479-A923-31B4E590970C}" srcOrd="0" destOrd="0" presId="urn:microsoft.com/office/officeart/2018/2/layout/IconLabelList"/>
    <dgm:cxn modelId="{33B5A14B-B413-44D7-80B3-9D02634A24E8}" srcId="{9F615001-0C94-416C-9147-DEA874C5E52E}" destId="{54A7A556-BF46-426B-B1DA-E219EEEE0FEF}" srcOrd="0" destOrd="0" parTransId="{8B44BFE7-DD53-4391-960C-A36142B45286}" sibTransId="{E5D9CD1A-37CD-45DE-9512-2579018FCC10}"/>
    <dgm:cxn modelId="{60E63F57-C040-4B21-BAF7-85FFC423CD27}" type="presOf" srcId="{69A6E32A-93BA-4DDB-8304-858EF62A50E5}" destId="{71F94409-7BBF-4C87-BD86-EC9699452ED3}" srcOrd="0" destOrd="0" presId="urn:microsoft.com/office/officeart/2018/2/layout/IconLabelList"/>
    <dgm:cxn modelId="{CA4260C2-5D4D-4E23-ADD2-802138E33469}" srcId="{9F615001-0C94-416C-9147-DEA874C5E52E}" destId="{605D8423-F493-4A59-8C00-44D13E150BB2}" srcOrd="1" destOrd="0" parTransId="{BEE6E486-7A6F-4EDD-8646-C80A041A78A9}" sibTransId="{B30044DF-9BEC-43B8-A237-B74A9B943C84}"/>
    <dgm:cxn modelId="{DB22E5CC-CEB4-4B0B-993F-55AF668D39B9}" srcId="{9F615001-0C94-416C-9147-DEA874C5E52E}" destId="{C648B899-3D95-4BF4-A14C-E4FE7898AEB6}" srcOrd="3" destOrd="0" parTransId="{5D132C8C-CBCA-4CF0-B9C4-D42D15FB7B9C}" sibTransId="{7669998E-AF7B-4BC7-A0A6-E38724765A7C}"/>
    <dgm:cxn modelId="{39F96ECF-EE83-44AE-B861-E7359F9435D0}" type="presOf" srcId="{605D8423-F493-4A59-8C00-44D13E150BB2}" destId="{43C5A28A-D130-4669-A851-567946080910}" srcOrd="0" destOrd="0" presId="urn:microsoft.com/office/officeart/2018/2/layout/IconLabelList"/>
    <dgm:cxn modelId="{1C82A2E0-40C9-4889-8374-59166AC1D8CD}" srcId="{9F615001-0C94-416C-9147-DEA874C5E52E}" destId="{69A6E32A-93BA-4DDB-8304-858EF62A50E5}" srcOrd="2" destOrd="0" parTransId="{3EF934A3-249B-4B40-A05C-CCBFDC78C113}" sibTransId="{A64063B2-DAC4-4043-950C-709AA3F11E52}"/>
    <dgm:cxn modelId="{B735E91C-0041-4CFF-8606-89C2612AF91C}" type="presParOf" srcId="{BEFD4C05-BB00-4479-A923-31B4E590970C}" destId="{AC235B1F-EA17-4C55-99C9-0BC912E2A69B}" srcOrd="0" destOrd="0" presId="urn:microsoft.com/office/officeart/2018/2/layout/IconLabelList"/>
    <dgm:cxn modelId="{F21CBE35-CD54-457B-8172-4A1C9DB9B8D1}" type="presParOf" srcId="{AC235B1F-EA17-4C55-99C9-0BC912E2A69B}" destId="{93A2E422-A303-4E44-803E-9F0543268E38}" srcOrd="0" destOrd="0" presId="urn:microsoft.com/office/officeart/2018/2/layout/IconLabelList"/>
    <dgm:cxn modelId="{18ACA81F-A4ED-4BD2-8C44-63D282F0CC55}" type="presParOf" srcId="{AC235B1F-EA17-4C55-99C9-0BC912E2A69B}" destId="{5C7E89AE-1A2B-41FB-B47A-CEF2E04E4F87}" srcOrd="1" destOrd="0" presId="urn:microsoft.com/office/officeart/2018/2/layout/IconLabelList"/>
    <dgm:cxn modelId="{FC69640F-ACDC-4577-B66A-8B418219615D}" type="presParOf" srcId="{AC235B1F-EA17-4C55-99C9-0BC912E2A69B}" destId="{6D8BD6D3-372B-40A7-BDFD-6E84AC5504AC}" srcOrd="2" destOrd="0" presId="urn:microsoft.com/office/officeart/2018/2/layout/IconLabelList"/>
    <dgm:cxn modelId="{06D84856-E807-4CC5-920B-456DECD63AF1}" type="presParOf" srcId="{BEFD4C05-BB00-4479-A923-31B4E590970C}" destId="{E468380E-6982-40C0-9294-0DE0C3DB4631}" srcOrd="1" destOrd="0" presId="urn:microsoft.com/office/officeart/2018/2/layout/IconLabelList"/>
    <dgm:cxn modelId="{833CC1BF-6B82-470E-81AB-AFD9D328C33D}" type="presParOf" srcId="{BEFD4C05-BB00-4479-A923-31B4E590970C}" destId="{2A916A17-7C98-4E1D-A56E-29368A4D7899}" srcOrd="2" destOrd="0" presId="urn:microsoft.com/office/officeart/2018/2/layout/IconLabelList"/>
    <dgm:cxn modelId="{D62230F8-5923-4CF7-8620-123187825FD2}" type="presParOf" srcId="{2A916A17-7C98-4E1D-A56E-29368A4D7899}" destId="{68735C6A-17CE-403A-9522-3CF253EE7FDA}" srcOrd="0" destOrd="0" presId="urn:microsoft.com/office/officeart/2018/2/layout/IconLabelList"/>
    <dgm:cxn modelId="{A82DF256-BD9A-43D9-9F3C-08BBB95911A8}" type="presParOf" srcId="{2A916A17-7C98-4E1D-A56E-29368A4D7899}" destId="{847F0EBB-288F-4385-AE61-2D11A2AEE278}" srcOrd="1" destOrd="0" presId="urn:microsoft.com/office/officeart/2018/2/layout/IconLabelList"/>
    <dgm:cxn modelId="{D91F934A-4962-47FA-95D3-5F3C1410021C}" type="presParOf" srcId="{2A916A17-7C98-4E1D-A56E-29368A4D7899}" destId="{43C5A28A-D130-4669-A851-567946080910}" srcOrd="2" destOrd="0" presId="urn:microsoft.com/office/officeart/2018/2/layout/IconLabelList"/>
    <dgm:cxn modelId="{B4085FB2-E274-4FF2-AB1F-A1EBAFC0E6D9}" type="presParOf" srcId="{BEFD4C05-BB00-4479-A923-31B4E590970C}" destId="{5AABD82F-BCC5-4D1A-946E-EC7E6185D7E7}" srcOrd="3" destOrd="0" presId="urn:microsoft.com/office/officeart/2018/2/layout/IconLabelList"/>
    <dgm:cxn modelId="{C468F4BA-A1D4-4B09-ABBA-B1361D20489F}" type="presParOf" srcId="{BEFD4C05-BB00-4479-A923-31B4E590970C}" destId="{F8AFB160-4164-4AE0-96F0-C1AF526EB52B}" srcOrd="4" destOrd="0" presId="urn:microsoft.com/office/officeart/2018/2/layout/IconLabelList"/>
    <dgm:cxn modelId="{7F0D17B1-DD35-4045-9B53-3B64358C273D}" type="presParOf" srcId="{F8AFB160-4164-4AE0-96F0-C1AF526EB52B}" destId="{A56450FC-CFD2-480B-9373-B376C8E93D06}" srcOrd="0" destOrd="0" presId="urn:microsoft.com/office/officeart/2018/2/layout/IconLabelList"/>
    <dgm:cxn modelId="{79B065AB-826D-4E24-989F-404929E51816}" type="presParOf" srcId="{F8AFB160-4164-4AE0-96F0-C1AF526EB52B}" destId="{01B20383-6281-48C4-A32A-9A02B2FF7CC0}" srcOrd="1" destOrd="0" presId="urn:microsoft.com/office/officeart/2018/2/layout/IconLabelList"/>
    <dgm:cxn modelId="{A08947F1-A491-425B-BA6A-7040F219A13F}" type="presParOf" srcId="{F8AFB160-4164-4AE0-96F0-C1AF526EB52B}" destId="{71F94409-7BBF-4C87-BD86-EC9699452ED3}" srcOrd="2" destOrd="0" presId="urn:microsoft.com/office/officeart/2018/2/layout/IconLabelList"/>
    <dgm:cxn modelId="{AE8ABFD5-E0A8-40F7-A576-B7380DD92EFF}" type="presParOf" srcId="{BEFD4C05-BB00-4479-A923-31B4E590970C}" destId="{FCFCC101-2375-44E8-84BF-F3F979A3FCD7}" srcOrd="5" destOrd="0" presId="urn:microsoft.com/office/officeart/2018/2/layout/IconLabelList"/>
    <dgm:cxn modelId="{36AA656D-E073-4C40-A57D-518398B49CF4}" type="presParOf" srcId="{BEFD4C05-BB00-4479-A923-31B4E590970C}" destId="{69958CEA-7988-4BA1-8938-9C4389D8C33D}" srcOrd="6" destOrd="0" presId="urn:microsoft.com/office/officeart/2018/2/layout/IconLabelList"/>
    <dgm:cxn modelId="{7302377F-BEDF-4E4C-B876-69C116FD6053}" type="presParOf" srcId="{69958CEA-7988-4BA1-8938-9C4389D8C33D}" destId="{04B378D9-2E41-49E7-8EB5-BF65373CFD1F}" srcOrd="0" destOrd="0" presId="urn:microsoft.com/office/officeart/2018/2/layout/IconLabelList"/>
    <dgm:cxn modelId="{4D28ECDD-6F65-400C-95D2-CB7ACECA1360}" type="presParOf" srcId="{69958CEA-7988-4BA1-8938-9C4389D8C33D}" destId="{A9D14D16-8974-4C53-92A0-EA284B11A118}" srcOrd="1" destOrd="0" presId="urn:microsoft.com/office/officeart/2018/2/layout/IconLabelList"/>
    <dgm:cxn modelId="{3ACC8B23-E7CE-49A3-A6E2-10E14C3801AD}" type="presParOf" srcId="{69958CEA-7988-4BA1-8938-9C4389D8C33D}" destId="{94412387-3E5A-44B7-98B8-D1C183440D5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EB6AA2-D0A1-4973-B702-6A1614806ADE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12F7D15-70D4-4ABF-917F-C99344A42E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version control system</a:t>
          </a:r>
        </a:p>
      </dgm:t>
    </dgm:pt>
    <dgm:pt modelId="{46B17ED1-7B89-41AC-91DB-DAF9EBFD9CCC}" type="parTrans" cxnId="{AF9623B6-A95C-42C7-8157-C76BE3861B50}">
      <dgm:prSet/>
      <dgm:spPr/>
      <dgm:t>
        <a:bodyPr/>
        <a:lstStyle/>
        <a:p>
          <a:endParaRPr lang="en-US"/>
        </a:p>
      </dgm:t>
    </dgm:pt>
    <dgm:pt modelId="{6037222E-4E8E-4A82-A764-4D56BC93D387}" type="sibTrans" cxnId="{AF9623B6-A95C-42C7-8157-C76BE3861B5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90E8C15-6DB0-4E27-A8A4-E2FCC156A0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Developed by Linus Torvald in 2005</a:t>
          </a:r>
        </a:p>
      </dgm:t>
    </dgm:pt>
    <dgm:pt modelId="{8F4DED71-2894-4196-BE60-53346AAB84A7}" type="parTrans" cxnId="{822D72D2-B1D2-433D-BC3F-51F2F71457FC}">
      <dgm:prSet/>
      <dgm:spPr/>
      <dgm:t>
        <a:bodyPr/>
        <a:lstStyle/>
        <a:p>
          <a:endParaRPr lang="en-US"/>
        </a:p>
      </dgm:t>
    </dgm:pt>
    <dgm:pt modelId="{D7104A8F-85FF-47F9-A748-D97FFC7D6BF0}" type="sibTrans" cxnId="{822D72D2-B1D2-433D-BC3F-51F2F71457F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298989E-C1EF-47BC-BD12-177F1770BA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Cross-platfrom</a:t>
          </a:r>
        </a:p>
      </dgm:t>
    </dgm:pt>
    <dgm:pt modelId="{0B2EBDF7-0066-4F32-BD0A-F34D1EC56356}" type="parTrans" cxnId="{133777B7-DCD2-4509-ABB7-7F3BC64426DF}">
      <dgm:prSet/>
      <dgm:spPr/>
      <dgm:t>
        <a:bodyPr/>
        <a:lstStyle/>
        <a:p>
          <a:endParaRPr lang="en-US"/>
        </a:p>
      </dgm:t>
    </dgm:pt>
    <dgm:pt modelId="{E637FB3F-C168-47CC-A599-617F675B21D1}" type="sibTrans" cxnId="{133777B7-DCD2-4509-ABB7-7F3BC64426D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4E22A80-DF66-4E5E-ABD9-5405831500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Open source , free</a:t>
          </a:r>
        </a:p>
      </dgm:t>
    </dgm:pt>
    <dgm:pt modelId="{8C07A898-9B0E-4BD2-9A03-2CA100DDDD80}" type="parTrans" cxnId="{9C56A4B3-F15E-4A0D-9388-CFD4EE3DBEC8}">
      <dgm:prSet/>
      <dgm:spPr/>
      <dgm:t>
        <a:bodyPr/>
        <a:lstStyle/>
        <a:p>
          <a:endParaRPr lang="en-US"/>
        </a:p>
      </dgm:t>
    </dgm:pt>
    <dgm:pt modelId="{AE52EAAD-DA09-48CA-B208-7F9C5DC064BA}" type="sibTrans" cxnId="{9C56A4B3-F15E-4A0D-9388-CFD4EE3DBEC8}">
      <dgm:prSet/>
      <dgm:spPr/>
      <dgm:t>
        <a:bodyPr/>
        <a:lstStyle/>
        <a:p>
          <a:endParaRPr lang="en-US"/>
        </a:p>
      </dgm:t>
    </dgm:pt>
    <dgm:pt modelId="{9B5AD948-594C-453C-B71F-F93B119F38C8}" type="pres">
      <dgm:prSet presAssocID="{66EB6AA2-D0A1-4973-B702-6A1614806ADE}" presName="vert0" presStyleCnt="0">
        <dgm:presLayoutVars>
          <dgm:dir/>
          <dgm:animOne val="branch"/>
          <dgm:animLvl val="lvl"/>
        </dgm:presLayoutVars>
      </dgm:prSet>
      <dgm:spPr/>
    </dgm:pt>
    <dgm:pt modelId="{F0118A1B-AE83-48D8-9837-9180891D36D2}" type="pres">
      <dgm:prSet presAssocID="{F12F7D15-70D4-4ABF-917F-C99344A42E1C}" presName="thickLine" presStyleLbl="alignNode1" presStyleIdx="0" presStyleCnt="4"/>
      <dgm:spPr/>
    </dgm:pt>
    <dgm:pt modelId="{E00D01C7-D31D-4378-92D6-AB6B856F73AB}" type="pres">
      <dgm:prSet presAssocID="{F12F7D15-70D4-4ABF-917F-C99344A42E1C}" presName="horz1" presStyleCnt="0"/>
      <dgm:spPr/>
    </dgm:pt>
    <dgm:pt modelId="{CFD92699-3BB6-4EAB-9A44-37DF68388E9A}" type="pres">
      <dgm:prSet presAssocID="{F12F7D15-70D4-4ABF-917F-C99344A42E1C}" presName="tx1" presStyleLbl="revTx" presStyleIdx="0" presStyleCnt="4"/>
      <dgm:spPr/>
    </dgm:pt>
    <dgm:pt modelId="{D491DB21-E9D5-43AB-8848-A5BD1885E331}" type="pres">
      <dgm:prSet presAssocID="{F12F7D15-70D4-4ABF-917F-C99344A42E1C}" presName="vert1" presStyleCnt="0"/>
      <dgm:spPr/>
    </dgm:pt>
    <dgm:pt modelId="{09FEFCCF-359D-4077-B399-56D7B0F0F444}" type="pres">
      <dgm:prSet presAssocID="{790E8C15-6DB0-4E27-A8A4-E2FCC156A0C5}" presName="thickLine" presStyleLbl="alignNode1" presStyleIdx="1" presStyleCnt="4"/>
      <dgm:spPr/>
    </dgm:pt>
    <dgm:pt modelId="{A847B534-E507-4A04-A8BF-69F70A91674C}" type="pres">
      <dgm:prSet presAssocID="{790E8C15-6DB0-4E27-A8A4-E2FCC156A0C5}" presName="horz1" presStyleCnt="0"/>
      <dgm:spPr/>
    </dgm:pt>
    <dgm:pt modelId="{99A85150-BBBF-4D08-A880-00758F7BCFBA}" type="pres">
      <dgm:prSet presAssocID="{790E8C15-6DB0-4E27-A8A4-E2FCC156A0C5}" presName="tx1" presStyleLbl="revTx" presStyleIdx="1" presStyleCnt="4"/>
      <dgm:spPr/>
    </dgm:pt>
    <dgm:pt modelId="{7DACBFA9-5979-418B-BDF8-4F767A74C881}" type="pres">
      <dgm:prSet presAssocID="{790E8C15-6DB0-4E27-A8A4-E2FCC156A0C5}" presName="vert1" presStyleCnt="0"/>
      <dgm:spPr/>
    </dgm:pt>
    <dgm:pt modelId="{85DC2B23-FA7C-4A4A-B037-65D1C3FB1E62}" type="pres">
      <dgm:prSet presAssocID="{B298989E-C1EF-47BC-BD12-177F1770BA0F}" presName="thickLine" presStyleLbl="alignNode1" presStyleIdx="2" presStyleCnt="4"/>
      <dgm:spPr/>
    </dgm:pt>
    <dgm:pt modelId="{6D2BDF05-97DB-4888-B339-1CF263392225}" type="pres">
      <dgm:prSet presAssocID="{B298989E-C1EF-47BC-BD12-177F1770BA0F}" presName="horz1" presStyleCnt="0"/>
      <dgm:spPr/>
    </dgm:pt>
    <dgm:pt modelId="{49037024-83AF-4D33-A1EB-23FC1ED80FD0}" type="pres">
      <dgm:prSet presAssocID="{B298989E-C1EF-47BC-BD12-177F1770BA0F}" presName="tx1" presStyleLbl="revTx" presStyleIdx="2" presStyleCnt="4"/>
      <dgm:spPr/>
    </dgm:pt>
    <dgm:pt modelId="{3D196D62-9686-48EA-BC30-13366AB82B2F}" type="pres">
      <dgm:prSet presAssocID="{B298989E-C1EF-47BC-BD12-177F1770BA0F}" presName="vert1" presStyleCnt="0"/>
      <dgm:spPr/>
    </dgm:pt>
    <dgm:pt modelId="{D278BF0E-B970-46C8-9A60-45951F271400}" type="pres">
      <dgm:prSet presAssocID="{F4E22A80-DF66-4E5E-ABD9-54058315001F}" presName="thickLine" presStyleLbl="alignNode1" presStyleIdx="3" presStyleCnt="4"/>
      <dgm:spPr/>
    </dgm:pt>
    <dgm:pt modelId="{3671F407-129D-4AB9-A5AF-2FDA4FF98466}" type="pres">
      <dgm:prSet presAssocID="{F4E22A80-DF66-4E5E-ABD9-54058315001F}" presName="horz1" presStyleCnt="0"/>
      <dgm:spPr/>
    </dgm:pt>
    <dgm:pt modelId="{D83AF133-D81F-4F37-8229-1CDEC9E44C58}" type="pres">
      <dgm:prSet presAssocID="{F4E22A80-DF66-4E5E-ABD9-54058315001F}" presName="tx1" presStyleLbl="revTx" presStyleIdx="3" presStyleCnt="4"/>
      <dgm:spPr/>
    </dgm:pt>
    <dgm:pt modelId="{EFFE5C70-5108-4368-866A-0DB5FCFBCCA5}" type="pres">
      <dgm:prSet presAssocID="{F4E22A80-DF66-4E5E-ABD9-54058315001F}" presName="vert1" presStyleCnt="0"/>
      <dgm:spPr/>
    </dgm:pt>
  </dgm:ptLst>
  <dgm:cxnLst>
    <dgm:cxn modelId="{9220CC08-B3B4-4C89-80D1-3B47B273B9C2}" type="presOf" srcId="{F12F7D15-70D4-4ABF-917F-C99344A42E1C}" destId="{CFD92699-3BB6-4EAB-9A44-37DF68388E9A}" srcOrd="0" destOrd="0" presId="urn:microsoft.com/office/officeart/2008/layout/LinedList"/>
    <dgm:cxn modelId="{F1B0171E-3CEF-48E6-8A39-23572FC8AE21}" type="presOf" srcId="{790E8C15-6DB0-4E27-A8A4-E2FCC156A0C5}" destId="{99A85150-BBBF-4D08-A880-00758F7BCFBA}" srcOrd="0" destOrd="0" presId="urn:microsoft.com/office/officeart/2008/layout/LinedList"/>
    <dgm:cxn modelId="{6334A669-7E06-4988-B419-9F50978F6B7F}" type="presOf" srcId="{B298989E-C1EF-47BC-BD12-177F1770BA0F}" destId="{49037024-83AF-4D33-A1EB-23FC1ED80FD0}" srcOrd="0" destOrd="0" presId="urn:microsoft.com/office/officeart/2008/layout/LinedList"/>
    <dgm:cxn modelId="{8997A5A4-F7FC-4155-B4C5-57E9109A8473}" type="presOf" srcId="{F4E22A80-DF66-4E5E-ABD9-54058315001F}" destId="{D83AF133-D81F-4F37-8229-1CDEC9E44C58}" srcOrd="0" destOrd="0" presId="urn:microsoft.com/office/officeart/2008/layout/LinedList"/>
    <dgm:cxn modelId="{9C56A4B3-F15E-4A0D-9388-CFD4EE3DBEC8}" srcId="{66EB6AA2-D0A1-4973-B702-6A1614806ADE}" destId="{F4E22A80-DF66-4E5E-ABD9-54058315001F}" srcOrd="3" destOrd="0" parTransId="{8C07A898-9B0E-4BD2-9A03-2CA100DDDD80}" sibTransId="{AE52EAAD-DA09-48CA-B208-7F9C5DC064BA}"/>
    <dgm:cxn modelId="{AF9623B6-A95C-42C7-8157-C76BE3861B50}" srcId="{66EB6AA2-D0A1-4973-B702-6A1614806ADE}" destId="{F12F7D15-70D4-4ABF-917F-C99344A42E1C}" srcOrd="0" destOrd="0" parTransId="{46B17ED1-7B89-41AC-91DB-DAF9EBFD9CCC}" sibTransId="{6037222E-4E8E-4A82-A764-4D56BC93D387}"/>
    <dgm:cxn modelId="{133777B7-DCD2-4509-ABB7-7F3BC64426DF}" srcId="{66EB6AA2-D0A1-4973-B702-6A1614806ADE}" destId="{B298989E-C1EF-47BC-BD12-177F1770BA0F}" srcOrd="2" destOrd="0" parTransId="{0B2EBDF7-0066-4F32-BD0A-F34D1EC56356}" sibTransId="{E637FB3F-C168-47CC-A599-617F675B21D1}"/>
    <dgm:cxn modelId="{822D72D2-B1D2-433D-BC3F-51F2F71457FC}" srcId="{66EB6AA2-D0A1-4973-B702-6A1614806ADE}" destId="{790E8C15-6DB0-4E27-A8A4-E2FCC156A0C5}" srcOrd="1" destOrd="0" parTransId="{8F4DED71-2894-4196-BE60-53346AAB84A7}" sibTransId="{D7104A8F-85FF-47F9-A748-D97FFC7D6BF0}"/>
    <dgm:cxn modelId="{5D2746F3-43C6-4D69-9136-B5892376BCE0}" type="presOf" srcId="{66EB6AA2-D0A1-4973-B702-6A1614806ADE}" destId="{9B5AD948-594C-453C-B71F-F93B119F38C8}" srcOrd="0" destOrd="0" presId="urn:microsoft.com/office/officeart/2008/layout/LinedList"/>
    <dgm:cxn modelId="{A26B4374-90C4-4984-ACFC-0C24FB9E484F}" type="presParOf" srcId="{9B5AD948-594C-453C-B71F-F93B119F38C8}" destId="{F0118A1B-AE83-48D8-9837-9180891D36D2}" srcOrd="0" destOrd="0" presId="urn:microsoft.com/office/officeart/2008/layout/LinedList"/>
    <dgm:cxn modelId="{3B3B948B-D353-452A-A4E5-820366498B87}" type="presParOf" srcId="{9B5AD948-594C-453C-B71F-F93B119F38C8}" destId="{E00D01C7-D31D-4378-92D6-AB6B856F73AB}" srcOrd="1" destOrd="0" presId="urn:microsoft.com/office/officeart/2008/layout/LinedList"/>
    <dgm:cxn modelId="{585E3BF5-9784-4ECE-9641-CA665AA0F2DC}" type="presParOf" srcId="{E00D01C7-D31D-4378-92D6-AB6B856F73AB}" destId="{CFD92699-3BB6-4EAB-9A44-37DF68388E9A}" srcOrd="0" destOrd="0" presId="urn:microsoft.com/office/officeart/2008/layout/LinedList"/>
    <dgm:cxn modelId="{C81AC254-C6DF-4617-B6C6-E4E052BDF640}" type="presParOf" srcId="{E00D01C7-D31D-4378-92D6-AB6B856F73AB}" destId="{D491DB21-E9D5-43AB-8848-A5BD1885E331}" srcOrd="1" destOrd="0" presId="urn:microsoft.com/office/officeart/2008/layout/LinedList"/>
    <dgm:cxn modelId="{3CB20DAE-9510-4C40-A1DF-0FAD7B657AAB}" type="presParOf" srcId="{9B5AD948-594C-453C-B71F-F93B119F38C8}" destId="{09FEFCCF-359D-4077-B399-56D7B0F0F444}" srcOrd="2" destOrd="0" presId="urn:microsoft.com/office/officeart/2008/layout/LinedList"/>
    <dgm:cxn modelId="{A47F9C83-EC2D-4238-B413-BB951EB7AB28}" type="presParOf" srcId="{9B5AD948-594C-453C-B71F-F93B119F38C8}" destId="{A847B534-E507-4A04-A8BF-69F70A91674C}" srcOrd="3" destOrd="0" presId="urn:microsoft.com/office/officeart/2008/layout/LinedList"/>
    <dgm:cxn modelId="{50C49536-C500-4705-ADE6-E2DCCE7642FE}" type="presParOf" srcId="{A847B534-E507-4A04-A8BF-69F70A91674C}" destId="{99A85150-BBBF-4D08-A880-00758F7BCFBA}" srcOrd="0" destOrd="0" presId="urn:microsoft.com/office/officeart/2008/layout/LinedList"/>
    <dgm:cxn modelId="{1E597ED8-B1EC-4CB7-971D-FBBDED1840BC}" type="presParOf" srcId="{A847B534-E507-4A04-A8BF-69F70A91674C}" destId="{7DACBFA9-5979-418B-BDF8-4F767A74C881}" srcOrd="1" destOrd="0" presId="urn:microsoft.com/office/officeart/2008/layout/LinedList"/>
    <dgm:cxn modelId="{691A7127-D28C-4510-8E18-6BCAE554A67B}" type="presParOf" srcId="{9B5AD948-594C-453C-B71F-F93B119F38C8}" destId="{85DC2B23-FA7C-4A4A-B037-65D1C3FB1E62}" srcOrd="4" destOrd="0" presId="urn:microsoft.com/office/officeart/2008/layout/LinedList"/>
    <dgm:cxn modelId="{CD11E1ED-9903-4224-818B-DA44E68AB319}" type="presParOf" srcId="{9B5AD948-594C-453C-B71F-F93B119F38C8}" destId="{6D2BDF05-97DB-4888-B339-1CF263392225}" srcOrd="5" destOrd="0" presId="urn:microsoft.com/office/officeart/2008/layout/LinedList"/>
    <dgm:cxn modelId="{9D944939-B023-42D2-B1EE-2CE31EC95E56}" type="presParOf" srcId="{6D2BDF05-97DB-4888-B339-1CF263392225}" destId="{49037024-83AF-4D33-A1EB-23FC1ED80FD0}" srcOrd="0" destOrd="0" presId="urn:microsoft.com/office/officeart/2008/layout/LinedList"/>
    <dgm:cxn modelId="{9FDAECCD-437A-49D3-B7B1-4F3EE3F69469}" type="presParOf" srcId="{6D2BDF05-97DB-4888-B339-1CF263392225}" destId="{3D196D62-9686-48EA-BC30-13366AB82B2F}" srcOrd="1" destOrd="0" presId="urn:microsoft.com/office/officeart/2008/layout/LinedList"/>
    <dgm:cxn modelId="{1F656F82-820E-4796-B977-FF23923675A1}" type="presParOf" srcId="{9B5AD948-594C-453C-B71F-F93B119F38C8}" destId="{D278BF0E-B970-46C8-9A60-45951F271400}" srcOrd="6" destOrd="0" presId="urn:microsoft.com/office/officeart/2008/layout/LinedList"/>
    <dgm:cxn modelId="{70A4B8CC-DBD5-4C6F-9D78-C2E651E63D85}" type="presParOf" srcId="{9B5AD948-594C-453C-B71F-F93B119F38C8}" destId="{3671F407-129D-4AB9-A5AF-2FDA4FF98466}" srcOrd="7" destOrd="0" presId="urn:microsoft.com/office/officeart/2008/layout/LinedList"/>
    <dgm:cxn modelId="{837B3D8C-91CB-4C42-AA76-D6AFDBBB20BE}" type="presParOf" srcId="{3671F407-129D-4AB9-A5AF-2FDA4FF98466}" destId="{D83AF133-D81F-4F37-8229-1CDEC9E44C58}" srcOrd="0" destOrd="0" presId="urn:microsoft.com/office/officeart/2008/layout/LinedList"/>
    <dgm:cxn modelId="{1EC25343-C0D0-450F-BF15-E035F492D805}" type="presParOf" srcId="{3671F407-129D-4AB9-A5AF-2FDA4FF98466}" destId="{EFFE5C70-5108-4368-866A-0DB5FCFBCCA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1EC5CF7-385D-4785-B551-2987F02AF9C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FDF685B-15AC-44D4-97AE-CB0875F702F9}">
      <dgm:prSet/>
      <dgm:spPr/>
      <dgm:t>
        <a:bodyPr/>
        <a:lstStyle/>
        <a:p>
          <a:r>
            <a:rPr lang="en-US"/>
            <a:t>Keep track of changes to code</a:t>
          </a:r>
        </a:p>
      </dgm:t>
    </dgm:pt>
    <dgm:pt modelId="{700D9D93-1529-486E-A4DD-500B74F3FC65}" type="parTrans" cxnId="{330E048A-1781-4F97-A6C4-7C49D129318A}">
      <dgm:prSet/>
      <dgm:spPr/>
      <dgm:t>
        <a:bodyPr/>
        <a:lstStyle/>
        <a:p>
          <a:endParaRPr lang="en-US"/>
        </a:p>
      </dgm:t>
    </dgm:pt>
    <dgm:pt modelId="{2B482B1A-0C79-448D-8386-608BD621873F}" type="sibTrans" cxnId="{330E048A-1781-4F97-A6C4-7C49D129318A}">
      <dgm:prSet/>
      <dgm:spPr/>
      <dgm:t>
        <a:bodyPr/>
        <a:lstStyle/>
        <a:p>
          <a:endParaRPr lang="en-US"/>
        </a:p>
      </dgm:t>
    </dgm:pt>
    <dgm:pt modelId="{78636F2B-EEA6-40D3-9EB9-0EB7250410A8}">
      <dgm:prSet/>
      <dgm:spPr/>
      <dgm:t>
        <a:bodyPr/>
        <a:lstStyle/>
        <a:p>
          <a:r>
            <a:rPr lang="en-US"/>
            <a:t>Sync code between different people</a:t>
          </a:r>
        </a:p>
      </dgm:t>
    </dgm:pt>
    <dgm:pt modelId="{283968C3-1939-4138-B38E-7D561CE32355}" type="parTrans" cxnId="{0C0AEE39-A968-4C30-9718-5D47A238C1AD}">
      <dgm:prSet/>
      <dgm:spPr/>
      <dgm:t>
        <a:bodyPr/>
        <a:lstStyle/>
        <a:p>
          <a:endParaRPr lang="en-US"/>
        </a:p>
      </dgm:t>
    </dgm:pt>
    <dgm:pt modelId="{CE025274-FDF1-444D-B56E-351617566760}" type="sibTrans" cxnId="{0C0AEE39-A968-4C30-9718-5D47A238C1AD}">
      <dgm:prSet/>
      <dgm:spPr/>
      <dgm:t>
        <a:bodyPr/>
        <a:lstStyle/>
        <a:p>
          <a:endParaRPr lang="en-US"/>
        </a:p>
      </dgm:t>
    </dgm:pt>
    <dgm:pt modelId="{E87C9906-672A-46AF-87F8-84DFAFC74CA3}">
      <dgm:prSet/>
      <dgm:spPr/>
      <dgm:t>
        <a:bodyPr/>
        <a:lstStyle/>
        <a:p>
          <a:r>
            <a:rPr lang="en-US"/>
            <a:t>Test changes to code without losing original</a:t>
          </a:r>
        </a:p>
      </dgm:t>
    </dgm:pt>
    <dgm:pt modelId="{E09F5447-F525-4601-8066-82D085A5D88A}" type="parTrans" cxnId="{10E2656E-9D86-4420-9A55-FF06E7B7B4AB}">
      <dgm:prSet/>
      <dgm:spPr/>
      <dgm:t>
        <a:bodyPr/>
        <a:lstStyle/>
        <a:p>
          <a:endParaRPr lang="en-US"/>
        </a:p>
      </dgm:t>
    </dgm:pt>
    <dgm:pt modelId="{ADC4F6A3-B841-4DF0-A49F-64B3E813CFA0}" type="sibTrans" cxnId="{10E2656E-9D86-4420-9A55-FF06E7B7B4AB}">
      <dgm:prSet/>
      <dgm:spPr/>
      <dgm:t>
        <a:bodyPr/>
        <a:lstStyle/>
        <a:p>
          <a:endParaRPr lang="en-US"/>
        </a:p>
      </dgm:t>
    </dgm:pt>
    <dgm:pt modelId="{238DE3F0-98CA-4047-BB44-A50EFAD402DA}">
      <dgm:prSet/>
      <dgm:spPr/>
      <dgm:t>
        <a:bodyPr/>
        <a:lstStyle/>
        <a:p>
          <a:r>
            <a:rPr lang="en-US" dirty="0"/>
            <a:t>Revert back to old versions of code</a:t>
          </a:r>
        </a:p>
      </dgm:t>
    </dgm:pt>
    <dgm:pt modelId="{6BA30170-2E8C-4633-8CCB-8D4DF4172718}" type="parTrans" cxnId="{CF3170F0-AF93-4097-8855-6B4309927C66}">
      <dgm:prSet/>
      <dgm:spPr/>
      <dgm:t>
        <a:bodyPr/>
        <a:lstStyle/>
        <a:p>
          <a:endParaRPr lang="en-US"/>
        </a:p>
      </dgm:t>
    </dgm:pt>
    <dgm:pt modelId="{4331FB61-AF45-4E81-A831-24F4F911254E}" type="sibTrans" cxnId="{CF3170F0-AF93-4097-8855-6B4309927C66}">
      <dgm:prSet/>
      <dgm:spPr/>
      <dgm:t>
        <a:bodyPr/>
        <a:lstStyle/>
        <a:p>
          <a:endParaRPr lang="en-US"/>
        </a:p>
      </dgm:t>
    </dgm:pt>
    <dgm:pt modelId="{992B9CA5-CD86-4B9C-AAD2-B3DEA01AEBC8}" type="pres">
      <dgm:prSet presAssocID="{11EC5CF7-385D-4785-B551-2987F02AF9C2}" presName="root" presStyleCnt="0">
        <dgm:presLayoutVars>
          <dgm:dir/>
          <dgm:resizeHandles val="exact"/>
        </dgm:presLayoutVars>
      </dgm:prSet>
      <dgm:spPr/>
    </dgm:pt>
    <dgm:pt modelId="{E742EFE9-A6F4-4D52-909D-0D064A382FB6}" type="pres">
      <dgm:prSet presAssocID="{EFDF685B-15AC-44D4-97AE-CB0875F702F9}" presName="compNode" presStyleCnt="0"/>
      <dgm:spPr/>
    </dgm:pt>
    <dgm:pt modelId="{077FAB40-EA0A-4037-9AAD-53F50DBA9B2C}" type="pres">
      <dgm:prSet presAssocID="{EFDF685B-15AC-44D4-97AE-CB0875F702F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BBCAE1AD-AFE9-498C-929E-748B05678A12}" type="pres">
      <dgm:prSet presAssocID="{EFDF685B-15AC-44D4-97AE-CB0875F702F9}" presName="spaceRect" presStyleCnt="0"/>
      <dgm:spPr/>
    </dgm:pt>
    <dgm:pt modelId="{DA22B635-255A-4394-B817-FAEB2A5A533C}" type="pres">
      <dgm:prSet presAssocID="{EFDF685B-15AC-44D4-97AE-CB0875F702F9}" presName="textRect" presStyleLbl="revTx" presStyleIdx="0" presStyleCnt="4">
        <dgm:presLayoutVars>
          <dgm:chMax val="1"/>
          <dgm:chPref val="1"/>
        </dgm:presLayoutVars>
      </dgm:prSet>
      <dgm:spPr/>
    </dgm:pt>
    <dgm:pt modelId="{D352816B-DF11-4FF0-BFB8-4F278FA9A151}" type="pres">
      <dgm:prSet presAssocID="{2B482B1A-0C79-448D-8386-608BD621873F}" presName="sibTrans" presStyleCnt="0"/>
      <dgm:spPr/>
    </dgm:pt>
    <dgm:pt modelId="{7909941D-6251-4295-B1F1-8D1516733C3D}" type="pres">
      <dgm:prSet presAssocID="{78636F2B-EEA6-40D3-9EB9-0EB7250410A8}" presName="compNode" presStyleCnt="0"/>
      <dgm:spPr/>
    </dgm:pt>
    <dgm:pt modelId="{0437576C-CDD1-4AD9-BD95-CB99A7ECFF37}" type="pres">
      <dgm:prSet presAssocID="{78636F2B-EEA6-40D3-9EB9-0EB7250410A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57B3F4A-DFB1-4953-B97A-58FD90580829}" type="pres">
      <dgm:prSet presAssocID="{78636F2B-EEA6-40D3-9EB9-0EB7250410A8}" presName="spaceRect" presStyleCnt="0"/>
      <dgm:spPr/>
    </dgm:pt>
    <dgm:pt modelId="{D1055C53-0F72-40BD-838E-BEE13B4598F3}" type="pres">
      <dgm:prSet presAssocID="{78636F2B-EEA6-40D3-9EB9-0EB7250410A8}" presName="textRect" presStyleLbl="revTx" presStyleIdx="1" presStyleCnt="4">
        <dgm:presLayoutVars>
          <dgm:chMax val="1"/>
          <dgm:chPref val="1"/>
        </dgm:presLayoutVars>
      </dgm:prSet>
      <dgm:spPr/>
    </dgm:pt>
    <dgm:pt modelId="{C5FA50D8-6022-4F97-A9B2-EC756BBB142F}" type="pres">
      <dgm:prSet presAssocID="{CE025274-FDF1-444D-B56E-351617566760}" presName="sibTrans" presStyleCnt="0"/>
      <dgm:spPr/>
    </dgm:pt>
    <dgm:pt modelId="{1D97DAD3-6ECB-47DC-86CE-CBB8AD1EF385}" type="pres">
      <dgm:prSet presAssocID="{E87C9906-672A-46AF-87F8-84DFAFC74CA3}" presName="compNode" presStyleCnt="0"/>
      <dgm:spPr/>
    </dgm:pt>
    <dgm:pt modelId="{EF3B54AD-2A0D-4F8D-BE74-4AA358499BBD}" type="pres">
      <dgm:prSet presAssocID="{E87C9906-672A-46AF-87F8-84DFAFC74CA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"/>
        </a:ext>
      </dgm:extLst>
    </dgm:pt>
    <dgm:pt modelId="{50B49DD2-7B88-49E4-9F76-F3B2CB2F53FC}" type="pres">
      <dgm:prSet presAssocID="{E87C9906-672A-46AF-87F8-84DFAFC74CA3}" presName="spaceRect" presStyleCnt="0"/>
      <dgm:spPr/>
    </dgm:pt>
    <dgm:pt modelId="{0F9F54CD-2746-48FD-B861-B568B9CF3151}" type="pres">
      <dgm:prSet presAssocID="{E87C9906-672A-46AF-87F8-84DFAFC74CA3}" presName="textRect" presStyleLbl="revTx" presStyleIdx="2" presStyleCnt="4">
        <dgm:presLayoutVars>
          <dgm:chMax val="1"/>
          <dgm:chPref val="1"/>
        </dgm:presLayoutVars>
      </dgm:prSet>
      <dgm:spPr/>
    </dgm:pt>
    <dgm:pt modelId="{9D7B8184-7B7E-427C-A984-99ACCAC142A8}" type="pres">
      <dgm:prSet presAssocID="{ADC4F6A3-B841-4DF0-A49F-64B3E813CFA0}" presName="sibTrans" presStyleCnt="0"/>
      <dgm:spPr/>
    </dgm:pt>
    <dgm:pt modelId="{9A936947-1F4C-4A4E-9E47-A9AB4EDEF220}" type="pres">
      <dgm:prSet presAssocID="{238DE3F0-98CA-4047-BB44-A50EFAD402DA}" presName="compNode" presStyleCnt="0"/>
      <dgm:spPr/>
    </dgm:pt>
    <dgm:pt modelId="{0AE9E085-F25F-41A7-B14B-0234D8B94A6A}" type="pres">
      <dgm:prSet presAssocID="{238DE3F0-98CA-4047-BB44-A50EFAD402D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e Arrow: U-turn"/>
        </a:ext>
      </dgm:extLst>
    </dgm:pt>
    <dgm:pt modelId="{9B7C2E63-5BC3-418D-8D18-C0B63190D9DA}" type="pres">
      <dgm:prSet presAssocID="{238DE3F0-98CA-4047-BB44-A50EFAD402DA}" presName="spaceRect" presStyleCnt="0"/>
      <dgm:spPr/>
    </dgm:pt>
    <dgm:pt modelId="{A290EC67-4CD8-4581-95DE-097F11CDA7E3}" type="pres">
      <dgm:prSet presAssocID="{238DE3F0-98CA-4047-BB44-A50EFAD402D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0444039-B632-4836-8F24-991F4B9892B0}" type="presOf" srcId="{238DE3F0-98CA-4047-BB44-A50EFAD402DA}" destId="{A290EC67-4CD8-4581-95DE-097F11CDA7E3}" srcOrd="0" destOrd="0" presId="urn:microsoft.com/office/officeart/2018/2/layout/IconLabelList"/>
    <dgm:cxn modelId="{0C0AEE39-A968-4C30-9718-5D47A238C1AD}" srcId="{11EC5CF7-385D-4785-B551-2987F02AF9C2}" destId="{78636F2B-EEA6-40D3-9EB9-0EB7250410A8}" srcOrd="1" destOrd="0" parTransId="{283968C3-1939-4138-B38E-7D561CE32355}" sibTransId="{CE025274-FDF1-444D-B56E-351617566760}"/>
    <dgm:cxn modelId="{10E2656E-9D86-4420-9A55-FF06E7B7B4AB}" srcId="{11EC5CF7-385D-4785-B551-2987F02AF9C2}" destId="{E87C9906-672A-46AF-87F8-84DFAFC74CA3}" srcOrd="2" destOrd="0" parTransId="{E09F5447-F525-4601-8066-82D085A5D88A}" sibTransId="{ADC4F6A3-B841-4DF0-A49F-64B3E813CFA0}"/>
    <dgm:cxn modelId="{0769604F-C0BD-440E-B2C1-D2B0193411C5}" type="presOf" srcId="{11EC5CF7-385D-4785-B551-2987F02AF9C2}" destId="{992B9CA5-CD86-4B9C-AAD2-B3DEA01AEBC8}" srcOrd="0" destOrd="0" presId="urn:microsoft.com/office/officeart/2018/2/layout/IconLabelList"/>
    <dgm:cxn modelId="{4111B379-2BD5-4EE7-8136-E4C2F79894DD}" type="presOf" srcId="{78636F2B-EEA6-40D3-9EB9-0EB7250410A8}" destId="{D1055C53-0F72-40BD-838E-BEE13B4598F3}" srcOrd="0" destOrd="0" presId="urn:microsoft.com/office/officeart/2018/2/layout/IconLabelList"/>
    <dgm:cxn modelId="{330E048A-1781-4F97-A6C4-7C49D129318A}" srcId="{11EC5CF7-385D-4785-B551-2987F02AF9C2}" destId="{EFDF685B-15AC-44D4-97AE-CB0875F702F9}" srcOrd="0" destOrd="0" parTransId="{700D9D93-1529-486E-A4DD-500B74F3FC65}" sibTransId="{2B482B1A-0C79-448D-8386-608BD621873F}"/>
    <dgm:cxn modelId="{9BA14AB6-E9BD-4B87-ADB9-29718CB1F8BB}" type="presOf" srcId="{EFDF685B-15AC-44D4-97AE-CB0875F702F9}" destId="{DA22B635-255A-4394-B817-FAEB2A5A533C}" srcOrd="0" destOrd="0" presId="urn:microsoft.com/office/officeart/2018/2/layout/IconLabelList"/>
    <dgm:cxn modelId="{CF3170F0-AF93-4097-8855-6B4309927C66}" srcId="{11EC5CF7-385D-4785-B551-2987F02AF9C2}" destId="{238DE3F0-98CA-4047-BB44-A50EFAD402DA}" srcOrd="3" destOrd="0" parTransId="{6BA30170-2E8C-4633-8CCB-8D4DF4172718}" sibTransId="{4331FB61-AF45-4E81-A831-24F4F911254E}"/>
    <dgm:cxn modelId="{F2D8F3FB-796C-48B1-A8BF-27020FD04B5F}" type="presOf" srcId="{E87C9906-672A-46AF-87F8-84DFAFC74CA3}" destId="{0F9F54CD-2746-48FD-B861-B568B9CF3151}" srcOrd="0" destOrd="0" presId="urn:microsoft.com/office/officeart/2018/2/layout/IconLabelList"/>
    <dgm:cxn modelId="{3F2A7C29-EAB7-4B93-8736-DF7819B2250F}" type="presParOf" srcId="{992B9CA5-CD86-4B9C-AAD2-B3DEA01AEBC8}" destId="{E742EFE9-A6F4-4D52-909D-0D064A382FB6}" srcOrd="0" destOrd="0" presId="urn:microsoft.com/office/officeart/2018/2/layout/IconLabelList"/>
    <dgm:cxn modelId="{C6FC7EE7-2D64-43E6-B80B-EAC4F5BE3B2F}" type="presParOf" srcId="{E742EFE9-A6F4-4D52-909D-0D064A382FB6}" destId="{077FAB40-EA0A-4037-9AAD-53F50DBA9B2C}" srcOrd="0" destOrd="0" presId="urn:microsoft.com/office/officeart/2018/2/layout/IconLabelList"/>
    <dgm:cxn modelId="{B47EC88B-1E96-4523-9953-82110CB8C7A0}" type="presParOf" srcId="{E742EFE9-A6F4-4D52-909D-0D064A382FB6}" destId="{BBCAE1AD-AFE9-498C-929E-748B05678A12}" srcOrd="1" destOrd="0" presId="urn:microsoft.com/office/officeart/2018/2/layout/IconLabelList"/>
    <dgm:cxn modelId="{4F1B8D6A-7E93-41E6-AD9A-31BCB5D03251}" type="presParOf" srcId="{E742EFE9-A6F4-4D52-909D-0D064A382FB6}" destId="{DA22B635-255A-4394-B817-FAEB2A5A533C}" srcOrd="2" destOrd="0" presId="urn:microsoft.com/office/officeart/2018/2/layout/IconLabelList"/>
    <dgm:cxn modelId="{16D17C2B-3C99-4541-8C13-FBB5704E8554}" type="presParOf" srcId="{992B9CA5-CD86-4B9C-AAD2-B3DEA01AEBC8}" destId="{D352816B-DF11-4FF0-BFB8-4F278FA9A151}" srcOrd="1" destOrd="0" presId="urn:microsoft.com/office/officeart/2018/2/layout/IconLabelList"/>
    <dgm:cxn modelId="{DC037D7B-D563-40A7-AD5D-84BB0520937A}" type="presParOf" srcId="{992B9CA5-CD86-4B9C-AAD2-B3DEA01AEBC8}" destId="{7909941D-6251-4295-B1F1-8D1516733C3D}" srcOrd="2" destOrd="0" presId="urn:microsoft.com/office/officeart/2018/2/layout/IconLabelList"/>
    <dgm:cxn modelId="{1E6BB21B-F0B9-4B55-80FA-B53A66D428FA}" type="presParOf" srcId="{7909941D-6251-4295-B1F1-8D1516733C3D}" destId="{0437576C-CDD1-4AD9-BD95-CB99A7ECFF37}" srcOrd="0" destOrd="0" presId="urn:microsoft.com/office/officeart/2018/2/layout/IconLabelList"/>
    <dgm:cxn modelId="{9BE18241-1B9D-4319-942C-BF29DD618E9E}" type="presParOf" srcId="{7909941D-6251-4295-B1F1-8D1516733C3D}" destId="{257B3F4A-DFB1-4953-B97A-58FD90580829}" srcOrd="1" destOrd="0" presId="urn:microsoft.com/office/officeart/2018/2/layout/IconLabelList"/>
    <dgm:cxn modelId="{E9B4C31B-0DF9-41F6-A795-2BF3534909D3}" type="presParOf" srcId="{7909941D-6251-4295-B1F1-8D1516733C3D}" destId="{D1055C53-0F72-40BD-838E-BEE13B4598F3}" srcOrd="2" destOrd="0" presId="urn:microsoft.com/office/officeart/2018/2/layout/IconLabelList"/>
    <dgm:cxn modelId="{10F540B4-E925-45A0-B039-35C547973903}" type="presParOf" srcId="{992B9CA5-CD86-4B9C-AAD2-B3DEA01AEBC8}" destId="{C5FA50D8-6022-4F97-A9B2-EC756BBB142F}" srcOrd="3" destOrd="0" presId="urn:microsoft.com/office/officeart/2018/2/layout/IconLabelList"/>
    <dgm:cxn modelId="{4CE7F20D-5576-4FFD-8272-688A57BF863D}" type="presParOf" srcId="{992B9CA5-CD86-4B9C-AAD2-B3DEA01AEBC8}" destId="{1D97DAD3-6ECB-47DC-86CE-CBB8AD1EF385}" srcOrd="4" destOrd="0" presId="urn:microsoft.com/office/officeart/2018/2/layout/IconLabelList"/>
    <dgm:cxn modelId="{05B51C5F-348E-4597-9D9E-8F6F3D601A44}" type="presParOf" srcId="{1D97DAD3-6ECB-47DC-86CE-CBB8AD1EF385}" destId="{EF3B54AD-2A0D-4F8D-BE74-4AA358499BBD}" srcOrd="0" destOrd="0" presId="urn:microsoft.com/office/officeart/2018/2/layout/IconLabelList"/>
    <dgm:cxn modelId="{778410E1-D3BA-441B-9E85-349DE4F0A0D2}" type="presParOf" srcId="{1D97DAD3-6ECB-47DC-86CE-CBB8AD1EF385}" destId="{50B49DD2-7B88-49E4-9F76-F3B2CB2F53FC}" srcOrd="1" destOrd="0" presId="urn:microsoft.com/office/officeart/2018/2/layout/IconLabelList"/>
    <dgm:cxn modelId="{4EAD5C7D-786F-42FD-846E-A3D1E61F891D}" type="presParOf" srcId="{1D97DAD3-6ECB-47DC-86CE-CBB8AD1EF385}" destId="{0F9F54CD-2746-48FD-B861-B568B9CF3151}" srcOrd="2" destOrd="0" presId="urn:microsoft.com/office/officeart/2018/2/layout/IconLabelList"/>
    <dgm:cxn modelId="{38B8F81C-B92C-46EC-B8DB-E7A1AF91201A}" type="presParOf" srcId="{992B9CA5-CD86-4B9C-AAD2-B3DEA01AEBC8}" destId="{9D7B8184-7B7E-427C-A984-99ACCAC142A8}" srcOrd="5" destOrd="0" presId="urn:microsoft.com/office/officeart/2018/2/layout/IconLabelList"/>
    <dgm:cxn modelId="{91F471E5-AC22-41F4-AD6C-3F77F011DBE7}" type="presParOf" srcId="{992B9CA5-CD86-4B9C-AAD2-B3DEA01AEBC8}" destId="{9A936947-1F4C-4A4E-9E47-A9AB4EDEF220}" srcOrd="6" destOrd="0" presId="urn:microsoft.com/office/officeart/2018/2/layout/IconLabelList"/>
    <dgm:cxn modelId="{AB817981-1EDF-4EA6-9215-BB43821D37C3}" type="presParOf" srcId="{9A936947-1F4C-4A4E-9E47-A9AB4EDEF220}" destId="{0AE9E085-F25F-41A7-B14B-0234D8B94A6A}" srcOrd="0" destOrd="0" presId="urn:microsoft.com/office/officeart/2018/2/layout/IconLabelList"/>
    <dgm:cxn modelId="{6339DCA1-9AF5-4962-B966-AC427B321890}" type="presParOf" srcId="{9A936947-1F4C-4A4E-9E47-A9AB4EDEF220}" destId="{9B7C2E63-5BC3-418D-8D18-C0B63190D9DA}" srcOrd="1" destOrd="0" presId="urn:microsoft.com/office/officeart/2018/2/layout/IconLabelList"/>
    <dgm:cxn modelId="{1F2F9667-C36A-4978-B72D-5963104BB689}" type="presParOf" srcId="{9A936947-1F4C-4A4E-9E47-A9AB4EDEF220}" destId="{A290EC67-4CD8-4581-95DE-097F11CDA7E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AE8867D-02DA-449D-941E-A965B9FAB2D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5" csCatId="colorful" phldr="1"/>
      <dgm:spPr/>
      <dgm:t>
        <a:bodyPr/>
        <a:lstStyle/>
        <a:p>
          <a:endParaRPr lang="en-US"/>
        </a:p>
      </dgm:t>
    </dgm:pt>
    <dgm:pt modelId="{048F375C-82A5-410F-AC88-36909FD978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Online Git repository hosting service</a:t>
          </a:r>
        </a:p>
      </dgm:t>
    </dgm:pt>
    <dgm:pt modelId="{3C325655-2D48-4609-B1A6-ABBDE878CA19}" type="parTrans" cxnId="{5B3B9D4D-A474-457D-BAEB-F2B28EBFFD50}">
      <dgm:prSet/>
      <dgm:spPr/>
      <dgm:t>
        <a:bodyPr/>
        <a:lstStyle/>
        <a:p>
          <a:endParaRPr lang="en-US"/>
        </a:p>
      </dgm:t>
    </dgm:pt>
    <dgm:pt modelId="{2F5BCCD6-9883-488E-8BBC-32E459C7C103}" type="sibTrans" cxnId="{5B3B9D4D-A474-457D-BAEB-F2B28EBFFD5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FE483BF-34C2-4458-9D80-9EC286453F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Allows for code collaboration with anyone online</a:t>
          </a:r>
        </a:p>
      </dgm:t>
    </dgm:pt>
    <dgm:pt modelId="{D1AD41AD-AD39-4191-B715-07A1296169B6}" type="parTrans" cxnId="{95766F30-DC52-4961-9D8E-FC73656A2308}">
      <dgm:prSet/>
      <dgm:spPr/>
      <dgm:t>
        <a:bodyPr/>
        <a:lstStyle/>
        <a:p>
          <a:endParaRPr lang="en-US"/>
        </a:p>
      </dgm:t>
    </dgm:pt>
    <dgm:pt modelId="{93AD7804-FF7D-4123-8C9A-D52ECDBC4479}" type="sibTrans" cxnId="{95766F30-DC52-4961-9D8E-FC73656A230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031F220-E104-4BD7-BC93-BD51562B1F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Founded in 2008</a:t>
          </a:r>
        </a:p>
      </dgm:t>
    </dgm:pt>
    <dgm:pt modelId="{F7E87718-06AA-489E-AE16-48DA000ED91F}" type="parTrans" cxnId="{AC2CDD7E-B303-4E94-BD3E-CBB53A0BC414}">
      <dgm:prSet/>
      <dgm:spPr/>
      <dgm:t>
        <a:bodyPr/>
        <a:lstStyle/>
        <a:p>
          <a:endParaRPr lang="en-US"/>
        </a:p>
      </dgm:t>
    </dgm:pt>
    <dgm:pt modelId="{3DA6D2B2-3B2A-46C8-A8D1-050846FE8CBA}" type="sibTrans" cxnId="{AC2CDD7E-B303-4E94-BD3E-CBB53A0BC414}">
      <dgm:prSet/>
      <dgm:spPr/>
      <dgm:t>
        <a:bodyPr/>
        <a:lstStyle/>
        <a:p>
          <a:endParaRPr lang="en-US"/>
        </a:p>
      </dgm:t>
    </dgm:pt>
    <dgm:pt modelId="{97091A9E-3EC2-4AC5-8126-1B0A73A35C39}" type="pres">
      <dgm:prSet presAssocID="{4AE8867D-02DA-449D-941E-A965B9FAB2D0}" presName="root" presStyleCnt="0">
        <dgm:presLayoutVars>
          <dgm:dir/>
          <dgm:resizeHandles val="exact"/>
        </dgm:presLayoutVars>
      </dgm:prSet>
      <dgm:spPr/>
    </dgm:pt>
    <dgm:pt modelId="{F9606045-545A-4649-83B0-9BA64D802571}" type="pres">
      <dgm:prSet presAssocID="{4AE8867D-02DA-449D-941E-A965B9FAB2D0}" presName="container" presStyleCnt="0">
        <dgm:presLayoutVars>
          <dgm:dir/>
          <dgm:resizeHandles val="exact"/>
        </dgm:presLayoutVars>
      </dgm:prSet>
      <dgm:spPr/>
    </dgm:pt>
    <dgm:pt modelId="{901F0B95-421C-4109-A5B0-C9DC50A18969}" type="pres">
      <dgm:prSet presAssocID="{048F375C-82A5-410F-AC88-36909FD97830}" presName="compNode" presStyleCnt="0"/>
      <dgm:spPr/>
    </dgm:pt>
    <dgm:pt modelId="{DE1578D0-B918-451A-AEE6-6B75D32B1AA0}" type="pres">
      <dgm:prSet presAssocID="{048F375C-82A5-410F-AC88-36909FD97830}" presName="iconBgRect" presStyleLbl="bgShp" presStyleIdx="0" presStyleCnt="3"/>
      <dgm:spPr/>
    </dgm:pt>
    <dgm:pt modelId="{95F58FB2-3F53-4256-9372-5792F622C650}" type="pres">
      <dgm:prSet presAssocID="{048F375C-82A5-410F-AC88-36909FD9783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3947D30-5EE9-496B-8459-108D636D1107}" type="pres">
      <dgm:prSet presAssocID="{048F375C-82A5-410F-AC88-36909FD97830}" presName="spaceRect" presStyleCnt="0"/>
      <dgm:spPr/>
    </dgm:pt>
    <dgm:pt modelId="{10613E9C-2274-4403-B124-D031C5B2D76C}" type="pres">
      <dgm:prSet presAssocID="{048F375C-82A5-410F-AC88-36909FD97830}" presName="textRect" presStyleLbl="revTx" presStyleIdx="0" presStyleCnt="3">
        <dgm:presLayoutVars>
          <dgm:chMax val="1"/>
          <dgm:chPref val="1"/>
        </dgm:presLayoutVars>
      </dgm:prSet>
      <dgm:spPr/>
    </dgm:pt>
    <dgm:pt modelId="{69A14EF0-6B2F-470B-88A4-9B8821F5D052}" type="pres">
      <dgm:prSet presAssocID="{2F5BCCD6-9883-488E-8BBC-32E459C7C103}" presName="sibTrans" presStyleLbl="sibTrans2D1" presStyleIdx="0" presStyleCnt="0"/>
      <dgm:spPr/>
    </dgm:pt>
    <dgm:pt modelId="{A529F25B-CB67-425C-822A-56652ED6ABA4}" type="pres">
      <dgm:prSet presAssocID="{CFE483BF-34C2-4458-9D80-9EC286453FF3}" presName="compNode" presStyleCnt="0"/>
      <dgm:spPr/>
    </dgm:pt>
    <dgm:pt modelId="{9708D0F1-05A1-4362-B3E0-483151ACF375}" type="pres">
      <dgm:prSet presAssocID="{CFE483BF-34C2-4458-9D80-9EC286453FF3}" presName="iconBgRect" presStyleLbl="bgShp" presStyleIdx="1" presStyleCnt="3"/>
      <dgm:spPr/>
    </dgm:pt>
    <dgm:pt modelId="{DC872E11-DB91-4721-A63B-6FB10043D790}" type="pres">
      <dgm:prSet presAssocID="{CFE483BF-34C2-4458-9D80-9EC286453FF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5E441A6F-B7D0-406E-8EDC-8155B561CF51}" type="pres">
      <dgm:prSet presAssocID="{CFE483BF-34C2-4458-9D80-9EC286453FF3}" presName="spaceRect" presStyleCnt="0"/>
      <dgm:spPr/>
    </dgm:pt>
    <dgm:pt modelId="{846A811D-CEAA-49F4-BA20-207944CB863F}" type="pres">
      <dgm:prSet presAssocID="{CFE483BF-34C2-4458-9D80-9EC286453FF3}" presName="textRect" presStyleLbl="revTx" presStyleIdx="1" presStyleCnt="3">
        <dgm:presLayoutVars>
          <dgm:chMax val="1"/>
          <dgm:chPref val="1"/>
        </dgm:presLayoutVars>
      </dgm:prSet>
      <dgm:spPr/>
    </dgm:pt>
    <dgm:pt modelId="{68FE6E86-A0A5-4761-AC23-3454F26BEE72}" type="pres">
      <dgm:prSet presAssocID="{93AD7804-FF7D-4123-8C9A-D52ECDBC4479}" presName="sibTrans" presStyleLbl="sibTrans2D1" presStyleIdx="0" presStyleCnt="0"/>
      <dgm:spPr/>
    </dgm:pt>
    <dgm:pt modelId="{7DD206D0-1850-4E82-8ADA-74B8E8F9FD9F}" type="pres">
      <dgm:prSet presAssocID="{8031F220-E104-4BD7-BC93-BD51562B1F09}" presName="compNode" presStyleCnt="0"/>
      <dgm:spPr/>
    </dgm:pt>
    <dgm:pt modelId="{56377A90-1B3B-4CA4-A053-D2BA2E79638E}" type="pres">
      <dgm:prSet presAssocID="{8031F220-E104-4BD7-BC93-BD51562B1F09}" presName="iconBgRect" presStyleLbl="bgShp" presStyleIdx="2" presStyleCnt="3"/>
      <dgm:spPr/>
    </dgm:pt>
    <dgm:pt modelId="{6ED0462E-8A9A-45A4-8EF9-43B0216BE0D8}" type="pres">
      <dgm:prSet presAssocID="{8031F220-E104-4BD7-BC93-BD51562B1F0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715B1E80-9143-4560-9DA4-E26EAE469D7D}" type="pres">
      <dgm:prSet presAssocID="{8031F220-E104-4BD7-BC93-BD51562B1F09}" presName="spaceRect" presStyleCnt="0"/>
      <dgm:spPr/>
    </dgm:pt>
    <dgm:pt modelId="{7C16D707-7559-4A5F-ABA6-BC67801DF5AF}" type="pres">
      <dgm:prSet presAssocID="{8031F220-E104-4BD7-BC93-BD51562B1F0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5766F30-DC52-4961-9D8E-FC73656A2308}" srcId="{4AE8867D-02DA-449D-941E-A965B9FAB2D0}" destId="{CFE483BF-34C2-4458-9D80-9EC286453FF3}" srcOrd="1" destOrd="0" parTransId="{D1AD41AD-AD39-4191-B715-07A1296169B6}" sibTransId="{93AD7804-FF7D-4123-8C9A-D52ECDBC4479}"/>
    <dgm:cxn modelId="{243AB95B-FB2F-495A-8FBA-7FBF92D60841}" type="presOf" srcId="{93AD7804-FF7D-4123-8C9A-D52ECDBC4479}" destId="{68FE6E86-A0A5-4761-AC23-3454F26BEE72}" srcOrd="0" destOrd="0" presId="urn:microsoft.com/office/officeart/2018/2/layout/IconCircleList"/>
    <dgm:cxn modelId="{5B3B9D4D-A474-457D-BAEB-F2B28EBFFD50}" srcId="{4AE8867D-02DA-449D-941E-A965B9FAB2D0}" destId="{048F375C-82A5-410F-AC88-36909FD97830}" srcOrd="0" destOrd="0" parTransId="{3C325655-2D48-4609-B1A6-ABBDE878CA19}" sibTransId="{2F5BCCD6-9883-488E-8BBC-32E459C7C103}"/>
    <dgm:cxn modelId="{B62F9653-C7CC-4DBA-9A68-C1513FD81B09}" type="presOf" srcId="{048F375C-82A5-410F-AC88-36909FD97830}" destId="{10613E9C-2274-4403-B124-D031C5B2D76C}" srcOrd="0" destOrd="0" presId="urn:microsoft.com/office/officeart/2018/2/layout/IconCircleList"/>
    <dgm:cxn modelId="{AC2CDD7E-B303-4E94-BD3E-CBB53A0BC414}" srcId="{4AE8867D-02DA-449D-941E-A965B9FAB2D0}" destId="{8031F220-E104-4BD7-BC93-BD51562B1F09}" srcOrd="2" destOrd="0" parTransId="{F7E87718-06AA-489E-AE16-48DA000ED91F}" sibTransId="{3DA6D2B2-3B2A-46C8-A8D1-050846FE8CBA}"/>
    <dgm:cxn modelId="{5ABAA8B8-71CC-468A-8AEE-A2040D574311}" type="presOf" srcId="{8031F220-E104-4BD7-BC93-BD51562B1F09}" destId="{7C16D707-7559-4A5F-ABA6-BC67801DF5AF}" srcOrd="0" destOrd="0" presId="urn:microsoft.com/office/officeart/2018/2/layout/IconCircleList"/>
    <dgm:cxn modelId="{41158FC8-C3AB-4BB4-A144-EA1D45FDF91D}" type="presOf" srcId="{4AE8867D-02DA-449D-941E-A965B9FAB2D0}" destId="{97091A9E-3EC2-4AC5-8126-1B0A73A35C39}" srcOrd="0" destOrd="0" presId="urn:microsoft.com/office/officeart/2018/2/layout/IconCircleList"/>
    <dgm:cxn modelId="{6E870ED4-3312-4783-8566-D9922B3B54F3}" type="presOf" srcId="{CFE483BF-34C2-4458-9D80-9EC286453FF3}" destId="{846A811D-CEAA-49F4-BA20-207944CB863F}" srcOrd="0" destOrd="0" presId="urn:microsoft.com/office/officeart/2018/2/layout/IconCircleList"/>
    <dgm:cxn modelId="{E4D9E2F8-78E7-4D6E-ACD5-A60736EC276A}" type="presOf" srcId="{2F5BCCD6-9883-488E-8BBC-32E459C7C103}" destId="{69A14EF0-6B2F-470B-88A4-9B8821F5D052}" srcOrd="0" destOrd="0" presId="urn:microsoft.com/office/officeart/2018/2/layout/IconCircleList"/>
    <dgm:cxn modelId="{82690AE5-6E98-48D6-B602-5C09552B2F35}" type="presParOf" srcId="{97091A9E-3EC2-4AC5-8126-1B0A73A35C39}" destId="{F9606045-545A-4649-83B0-9BA64D802571}" srcOrd="0" destOrd="0" presId="urn:microsoft.com/office/officeart/2018/2/layout/IconCircleList"/>
    <dgm:cxn modelId="{E745AAE9-CCD8-40CE-BBF3-85FC57175C63}" type="presParOf" srcId="{F9606045-545A-4649-83B0-9BA64D802571}" destId="{901F0B95-421C-4109-A5B0-C9DC50A18969}" srcOrd="0" destOrd="0" presId="urn:microsoft.com/office/officeart/2018/2/layout/IconCircleList"/>
    <dgm:cxn modelId="{79E8713F-F090-4BB2-806A-5B2F275AABF2}" type="presParOf" srcId="{901F0B95-421C-4109-A5B0-C9DC50A18969}" destId="{DE1578D0-B918-451A-AEE6-6B75D32B1AA0}" srcOrd="0" destOrd="0" presId="urn:microsoft.com/office/officeart/2018/2/layout/IconCircleList"/>
    <dgm:cxn modelId="{4361B3A2-9340-43C9-B0DF-83ED768EF838}" type="presParOf" srcId="{901F0B95-421C-4109-A5B0-C9DC50A18969}" destId="{95F58FB2-3F53-4256-9372-5792F622C650}" srcOrd="1" destOrd="0" presId="urn:microsoft.com/office/officeart/2018/2/layout/IconCircleList"/>
    <dgm:cxn modelId="{4B4AB356-A241-42DC-84B7-94B327135CA5}" type="presParOf" srcId="{901F0B95-421C-4109-A5B0-C9DC50A18969}" destId="{E3947D30-5EE9-496B-8459-108D636D1107}" srcOrd="2" destOrd="0" presId="urn:microsoft.com/office/officeart/2018/2/layout/IconCircleList"/>
    <dgm:cxn modelId="{FD20CDC0-425E-4C5F-B010-D9BC0C11961A}" type="presParOf" srcId="{901F0B95-421C-4109-A5B0-C9DC50A18969}" destId="{10613E9C-2274-4403-B124-D031C5B2D76C}" srcOrd="3" destOrd="0" presId="urn:microsoft.com/office/officeart/2018/2/layout/IconCircleList"/>
    <dgm:cxn modelId="{2234DDEB-0616-4EF0-9076-6DC0CAD7B7DD}" type="presParOf" srcId="{F9606045-545A-4649-83B0-9BA64D802571}" destId="{69A14EF0-6B2F-470B-88A4-9B8821F5D052}" srcOrd="1" destOrd="0" presId="urn:microsoft.com/office/officeart/2018/2/layout/IconCircleList"/>
    <dgm:cxn modelId="{D6FBCEFA-DA16-4B5F-B982-F18E4D7DFCB8}" type="presParOf" srcId="{F9606045-545A-4649-83B0-9BA64D802571}" destId="{A529F25B-CB67-425C-822A-56652ED6ABA4}" srcOrd="2" destOrd="0" presId="urn:microsoft.com/office/officeart/2018/2/layout/IconCircleList"/>
    <dgm:cxn modelId="{0EA1000E-EA17-4E08-A13F-4269B202AA3D}" type="presParOf" srcId="{A529F25B-CB67-425C-822A-56652ED6ABA4}" destId="{9708D0F1-05A1-4362-B3E0-483151ACF375}" srcOrd="0" destOrd="0" presId="urn:microsoft.com/office/officeart/2018/2/layout/IconCircleList"/>
    <dgm:cxn modelId="{FCCD5C17-C368-4C97-90B1-5418CA97CB58}" type="presParOf" srcId="{A529F25B-CB67-425C-822A-56652ED6ABA4}" destId="{DC872E11-DB91-4721-A63B-6FB10043D790}" srcOrd="1" destOrd="0" presId="urn:microsoft.com/office/officeart/2018/2/layout/IconCircleList"/>
    <dgm:cxn modelId="{AEBC6067-3663-44E3-BE30-204228AF95DA}" type="presParOf" srcId="{A529F25B-CB67-425C-822A-56652ED6ABA4}" destId="{5E441A6F-B7D0-406E-8EDC-8155B561CF51}" srcOrd="2" destOrd="0" presId="urn:microsoft.com/office/officeart/2018/2/layout/IconCircleList"/>
    <dgm:cxn modelId="{C9954921-E052-4488-A59B-95EDE8F18F04}" type="presParOf" srcId="{A529F25B-CB67-425C-822A-56652ED6ABA4}" destId="{846A811D-CEAA-49F4-BA20-207944CB863F}" srcOrd="3" destOrd="0" presId="urn:microsoft.com/office/officeart/2018/2/layout/IconCircleList"/>
    <dgm:cxn modelId="{00194E3D-093E-4BEC-A963-B80C35A94A58}" type="presParOf" srcId="{F9606045-545A-4649-83B0-9BA64D802571}" destId="{68FE6E86-A0A5-4761-AC23-3454F26BEE72}" srcOrd="3" destOrd="0" presId="urn:microsoft.com/office/officeart/2018/2/layout/IconCircleList"/>
    <dgm:cxn modelId="{3AEA5D79-4C87-4327-BD2E-04DA60EDA4FF}" type="presParOf" srcId="{F9606045-545A-4649-83B0-9BA64D802571}" destId="{7DD206D0-1850-4E82-8ADA-74B8E8F9FD9F}" srcOrd="4" destOrd="0" presId="urn:microsoft.com/office/officeart/2018/2/layout/IconCircleList"/>
    <dgm:cxn modelId="{20596D2B-7576-435D-A0DB-71088F892880}" type="presParOf" srcId="{7DD206D0-1850-4E82-8ADA-74B8E8F9FD9F}" destId="{56377A90-1B3B-4CA4-A053-D2BA2E79638E}" srcOrd="0" destOrd="0" presId="urn:microsoft.com/office/officeart/2018/2/layout/IconCircleList"/>
    <dgm:cxn modelId="{0F9910FB-D095-4E99-8280-4AF2FB96F4BC}" type="presParOf" srcId="{7DD206D0-1850-4E82-8ADA-74B8E8F9FD9F}" destId="{6ED0462E-8A9A-45A4-8EF9-43B0216BE0D8}" srcOrd="1" destOrd="0" presId="urn:microsoft.com/office/officeart/2018/2/layout/IconCircleList"/>
    <dgm:cxn modelId="{A4DA481C-D921-475F-A577-A7DDFEA1C5EB}" type="presParOf" srcId="{7DD206D0-1850-4E82-8ADA-74B8E8F9FD9F}" destId="{715B1E80-9143-4560-9DA4-E26EAE469D7D}" srcOrd="2" destOrd="0" presId="urn:microsoft.com/office/officeart/2018/2/layout/IconCircleList"/>
    <dgm:cxn modelId="{03221D18-6080-44C9-A7FD-29F1651305C8}" type="presParOf" srcId="{7DD206D0-1850-4E82-8ADA-74B8E8F9FD9F}" destId="{7C16D707-7559-4A5F-ABA6-BC67801DF5A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32EE-FD25-4FCB-B007-5DC1D994A7E7}">
      <dsp:nvSpPr>
        <dsp:cNvPr id="0" name=""/>
        <dsp:cNvSpPr/>
      </dsp:nvSpPr>
      <dsp:spPr>
        <a:xfrm>
          <a:off x="0" y="892571"/>
          <a:ext cx="6913562" cy="16478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9AE49D-2D98-47AC-9B85-9BA5CAB0C9B5}">
      <dsp:nvSpPr>
        <dsp:cNvPr id="0" name=""/>
        <dsp:cNvSpPr/>
      </dsp:nvSpPr>
      <dsp:spPr>
        <a:xfrm>
          <a:off x="498467" y="1263332"/>
          <a:ext cx="906303" cy="9063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76D01-D1A1-4D0B-9B09-02672694523B}">
      <dsp:nvSpPr>
        <dsp:cNvPr id="0" name=""/>
        <dsp:cNvSpPr/>
      </dsp:nvSpPr>
      <dsp:spPr>
        <a:xfrm>
          <a:off x="1903237" y="892571"/>
          <a:ext cx="5010324" cy="1647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395" tIns="174395" rIns="174395" bIns="174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Version Control</a:t>
          </a:r>
        </a:p>
      </dsp:txBody>
      <dsp:txXfrm>
        <a:off x="1903237" y="892571"/>
        <a:ext cx="5010324" cy="1647825"/>
      </dsp:txXfrm>
    </dsp:sp>
    <dsp:sp modelId="{E2BF2F70-6757-4246-90A0-C12625B0F0BB}">
      <dsp:nvSpPr>
        <dsp:cNvPr id="0" name=""/>
        <dsp:cNvSpPr/>
      </dsp:nvSpPr>
      <dsp:spPr>
        <a:xfrm>
          <a:off x="0" y="2952353"/>
          <a:ext cx="6913562" cy="16478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A8300D-7D4F-4B20-BDAF-6DD435120E16}">
      <dsp:nvSpPr>
        <dsp:cNvPr id="0" name=""/>
        <dsp:cNvSpPr/>
      </dsp:nvSpPr>
      <dsp:spPr>
        <a:xfrm>
          <a:off x="498467" y="3323113"/>
          <a:ext cx="906303" cy="9063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132196-C219-419E-A615-251AC060398B}">
      <dsp:nvSpPr>
        <dsp:cNvPr id="0" name=""/>
        <dsp:cNvSpPr/>
      </dsp:nvSpPr>
      <dsp:spPr>
        <a:xfrm>
          <a:off x="1903237" y="2952353"/>
          <a:ext cx="3111102" cy="1647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395" tIns="174395" rIns="174395" bIns="174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Git</a:t>
          </a:r>
        </a:p>
      </dsp:txBody>
      <dsp:txXfrm>
        <a:off x="1903237" y="2952353"/>
        <a:ext cx="3111102" cy="1647825"/>
      </dsp:txXfrm>
    </dsp:sp>
    <dsp:sp modelId="{492E1F9E-9C63-4C98-906D-480D593FFBDA}">
      <dsp:nvSpPr>
        <dsp:cNvPr id="0" name=""/>
        <dsp:cNvSpPr/>
      </dsp:nvSpPr>
      <dsp:spPr>
        <a:xfrm>
          <a:off x="5014340" y="2952353"/>
          <a:ext cx="1899221" cy="1647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395" tIns="174395" rIns="174395" bIns="17439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Repositories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Commits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Branches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Merges</a:t>
          </a:r>
        </a:p>
      </dsp:txBody>
      <dsp:txXfrm>
        <a:off x="5014340" y="2952353"/>
        <a:ext cx="1899221" cy="16478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2E422-A303-4E44-803E-9F0543268E38}">
      <dsp:nvSpPr>
        <dsp:cNvPr id="0" name=""/>
        <dsp:cNvSpPr/>
      </dsp:nvSpPr>
      <dsp:spPr>
        <a:xfrm>
          <a:off x="687141" y="751484"/>
          <a:ext cx="1061823" cy="10618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8BD6D3-372B-40A7-BDFD-6E84AC5504AC}">
      <dsp:nvSpPr>
        <dsp:cNvPr id="0" name=""/>
        <dsp:cNvSpPr/>
      </dsp:nvSpPr>
      <dsp:spPr>
        <a:xfrm>
          <a:off x="38249" y="2127749"/>
          <a:ext cx="23596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system that keeps records of our changes</a:t>
          </a:r>
        </a:p>
      </dsp:txBody>
      <dsp:txXfrm>
        <a:off x="38249" y="2127749"/>
        <a:ext cx="2359607" cy="720000"/>
      </dsp:txXfrm>
    </dsp:sp>
    <dsp:sp modelId="{68735C6A-17CE-403A-9522-3CF253EE7FDA}">
      <dsp:nvSpPr>
        <dsp:cNvPr id="0" name=""/>
        <dsp:cNvSpPr/>
      </dsp:nvSpPr>
      <dsp:spPr>
        <a:xfrm>
          <a:off x="3459681" y="751484"/>
          <a:ext cx="1061823" cy="10618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C5A28A-D130-4669-A851-567946080910}">
      <dsp:nvSpPr>
        <dsp:cNvPr id="0" name=""/>
        <dsp:cNvSpPr/>
      </dsp:nvSpPr>
      <dsp:spPr>
        <a:xfrm>
          <a:off x="2810789" y="2127749"/>
          <a:ext cx="23596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Allows for collaborative development</a:t>
          </a:r>
        </a:p>
      </dsp:txBody>
      <dsp:txXfrm>
        <a:off x="2810789" y="2127749"/>
        <a:ext cx="2359607" cy="720000"/>
      </dsp:txXfrm>
    </dsp:sp>
    <dsp:sp modelId="{A56450FC-CFD2-480B-9373-B376C8E93D06}">
      <dsp:nvSpPr>
        <dsp:cNvPr id="0" name=""/>
        <dsp:cNvSpPr/>
      </dsp:nvSpPr>
      <dsp:spPr>
        <a:xfrm>
          <a:off x="6232220" y="751484"/>
          <a:ext cx="1061823" cy="10618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F94409-7BBF-4C87-BD86-EC9699452ED3}">
      <dsp:nvSpPr>
        <dsp:cNvPr id="0" name=""/>
        <dsp:cNvSpPr/>
      </dsp:nvSpPr>
      <dsp:spPr>
        <a:xfrm>
          <a:off x="5583328" y="2127749"/>
          <a:ext cx="23596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Allows us to know who made what changes and when</a:t>
          </a:r>
        </a:p>
      </dsp:txBody>
      <dsp:txXfrm>
        <a:off x="5583328" y="2127749"/>
        <a:ext cx="2359607" cy="720000"/>
      </dsp:txXfrm>
    </dsp:sp>
    <dsp:sp modelId="{04B378D9-2E41-49E7-8EB5-BF65373CFD1F}">
      <dsp:nvSpPr>
        <dsp:cNvPr id="0" name=""/>
        <dsp:cNvSpPr/>
      </dsp:nvSpPr>
      <dsp:spPr>
        <a:xfrm>
          <a:off x="9004759" y="751484"/>
          <a:ext cx="1061823" cy="10618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412387-3E5A-44B7-98B8-D1C183440D59}">
      <dsp:nvSpPr>
        <dsp:cNvPr id="0" name=""/>
        <dsp:cNvSpPr/>
      </dsp:nvSpPr>
      <dsp:spPr>
        <a:xfrm>
          <a:off x="8355867" y="2127749"/>
          <a:ext cx="23596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Allows us to revert any changes and go back to a previous state</a:t>
          </a:r>
        </a:p>
      </dsp:txBody>
      <dsp:txXfrm>
        <a:off x="8355867" y="2127749"/>
        <a:ext cx="2359607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118A1B-AE83-48D8-9837-9180891D36D2}">
      <dsp:nvSpPr>
        <dsp:cNvPr id="0" name=""/>
        <dsp:cNvSpPr/>
      </dsp:nvSpPr>
      <dsp:spPr>
        <a:xfrm>
          <a:off x="0" y="0"/>
          <a:ext cx="6586489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D92699-3BB6-4EAB-9A44-37DF68388E9A}">
      <dsp:nvSpPr>
        <dsp:cNvPr id="0" name=""/>
        <dsp:cNvSpPr/>
      </dsp:nvSpPr>
      <dsp:spPr>
        <a:xfrm>
          <a:off x="0" y="0"/>
          <a:ext cx="6586489" cy="946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 version control system</a:t>
          </a:r>
        </a:p>
      </dsp:txBody>
      <dsp:txXfrm>
        <a:off x="0" y="0"/>
        <a:ext cx="6586489" cy="946354"/>
      </dsp:txXfrm>
    </dsp:sp>
    <dsp:sp modelId="{09FEFCCF-359D-4077-B399-56D7B0F0F444}">
      <dsp:nvSpPr>
        <dsp:cNvPr id="0" name=""/>
        <dsp:cNvSpPr/>
      </dsp:nvSpPr>
      <dsp:spPr>
        <a:xfrm>
          <a:off x="0" y="946354"/>
          <a:ext cx="6586489" cy="0"/>
        </a:xfrm>
        <a:prstGeom prst="line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9A85150-BBBF-4D08-A880-00758F7BCFBA}">
      <dsp:nvSpPr>
        <dsp:cNvPr id="0" name=""/>
        <dsp:cNvSpPr/>
      </dsp:nvSpPr>
      <dsp:spPr>
        <a:xfrm>
          <a:off x="0" y="946354"/>
          <a:ext cx="6586489" cy="946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Developed by Linus Torvald in 2005</a:t>
          </a:r>
        </a:p>
      </dsp:txBody>
      <dsp:txXfrm>
        <a:off x="0" y="946354"/>
        <a:ext cx="6586489" cy="946354"/>
      </dsp:txXfrm>
    </dsp:sp>
    <dsp:sp modelId="{85DC2B23-FA7C-4A4A-B037-65D1C3FB1E62}">
      <dsp:nvSpPr>
        <dsp:cNvPr id="0" name=""/>
        <dsp:cNvSpPr/>
      </dsp:nvSpPr>
      <dsp:spPr>
        <a:xfrm>
          <a:off x="0" y="1892709"/>
          <a:ext cx="6586489" cy="0"/>
        </a:xfrm>
        <a:prstGeom prst="line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037024-83AF-4D33-A1EB-23FC1ED80FD0}">
      <dsp:nvSpPr>
        <dsp:cNvPr id="0" name=""/>
        <dsp:cNvSpPr/>
      </dsp:nvSpPr>
      <dsp:spPr>
        <a:xfrm>
          <a:off x="0" y="1892709"/>
          <a:ext cx="6586489" cy="946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Cross-platfrom</a:t>
          </a:r>
        </a:p>
      </dsp:txBody>
      <dsp:txXfrm>
        <a:off x="0" y="1892709"/>
        <a:ext cx="6586489" cy="946354"/>
      </dsp:txXfrm>
    </dsp:sp>
    <dsp:sp modelId="{D278BF0E-B970-46C8-9A60-45951F271400}">
      <dsp:nvSpPr>
        <dsp:cNvPr id="0" name=""/>
        <dsp:cNvSpPr/>
      </dsp:nvSpPr>
      <dsp:spPr>
        <a:xfrm>
          <a:off x="0" y="2839064"/>
          <a:ext cx="6586489" cy="0"/>
        </a:xfrm>
        <a:prstGeom prst="line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3AF133-D81F-4F37-8229-1CDEC9E44C58}">
      <dsp:nvSpPr>
        <dsp:cNvPr id="0" name=""/>
        <dsp:cNvSpPr/>
      </dsp:nvSpPr>
      <dsp:spPr>
        <a:xfrm>
          <a:off x="0" y="2839064"/>
          <a:ext cx="6586489" cy="946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Open source , free</a:t>
          </a:r>
        </a:p>
      </dsp:txBody>
      <dsp:txXfrm>
        <a:off x="0" y="2839064"/>
        <a:ext cx="6586489" cy="9463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7FAB40-EA0A-4037-9AAD-53F50DBA9B2C}">
      <dsp:nvSpPr>
        <dsp:cNvPr id="0" name=""/>
        <dsp:cNvSpPr/>
      </dsp:nvSpPr>
      <dsp:spPr>
        <a:xfrm>
          <a:off x="687141" y="751484"/>
          <a:ext cx="1061823" cy="10618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22B635-255A-4394-B817-FAEB2A5A533C}">
      <dsp:nvSpPr>
        <dsp:cNvPr id="0" name=""/>
        <dsp:cNvSpPr/>
      </dsp:nvSpPr>
      <dsp:spPr>
        <a:xfrm>
          <a:off x="38249" y="2127749"/>
          <a:ext cx="23596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Keep track of changes to code</a:t>
          </a:r>
        </a:p>
      </dsp:txBody>
      <dsp:txXfrm>
        <a:off x="38249" y="2127749"/>
        <a:ext cx="2359607" cy="720000"/>
      </dsp:txXfrm>
    </dsp:sp>
    <dsp:sp modelId="{0437576C-CDD1-4AD9-BD95-CB99A7ECFF37}">
      <dsp:nvSpPr>
        <dsp:cNvPr id="0" name=""/>
        <dsp:cNvSpPr/>
      </dsp:nvSpPr>
      <dsp:spPr>
        <a:xfrm>
          <a:off x="3459681" y="751484"/>
          <a:ext cx="1061823" cy="10618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055C53-0F72-40BD-838E-BEE13B4598F3}">
      <dsp:nvSpPr>
        <dsp:cNvPr id="0" name=""/>
        <dsp:cNvSpPr/>
      </dsp:nvSpPr>
      <dsp:spPr>
        <a:xfrm>
          <a:off x="2810789" y="2127749"/>
          <a:ext cx="23596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Sync code between different people</a:t>
          </a:r>
        </a:p>
      </dsp:txBody>
      <dsp:txXfrm>
        <a:off x="2810789" y="2127749"/>
        <a:ext cx="2359607" cy="720000"/>
      </dsp:txXfrm>
    </dsp:sp>
    <dsp:sp modelId="{EF3B54AD-2A0D-4F8D-BE74-4AA358499BBD}">
      <dsp:nvSpPr>
        <dsp:cNvPr id="0" name=""/>
        <dsp:cNvSpPr/>
      </dsp:nvSpPr>
      <dsp:spPr>
        <a:xfrm>
          <a:off x="6232220" y="751484"/>
          <a:ext cx="1061823" cy="10618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9F54CD-2746-48FD-B861-B568B9CF3151}">
      <dsp:nvSpPr>
        <dsp:cNvPr id="0" name=""/>
        <dsp:cNvSpPr/>
      </dsp:nvSpPr>
      <dsp:spPr>
        <a:xfrm>
          <a:off x="5583328" y="2127749"/>
          <a:ext cx="23596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Test changes to code without losing original</a:t>
          </a:r>
        </a:p>
      </dsp:txBody>
      <dsp:txXfrm>
        <a:off x="5583328" y="2127749"/>
        <a:ext cx="2359607" cy="720000"/>
      </dsp:txXfrm>
    </dsp:sp>
    <dsp:sp modelId="{0AE9E085-F25F-41A7-B14B-0234D8B94A6A}">
      <dsp:nvSpPr>
        <dsp:cNvPr id="0" name=""/>
        <dsp:cNvSpPr/>
      </dsp:nvSpPr>
      <dsp:spPr>
        <a:xfrm>
          <a:off x="9004759" y="751484"/>
          <a:ext cx="1061823" cy="10618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90EC67-4CD8-4581-95DE-097F11CDA7E3}">
      <dsp:nvSpPr>
        <dsp:cNvPr id="0" name=""/>
        <dsp:cNvSpPr/>
      </dsp:nvSpPr>
      <dsp:spPr>
        <a:xfrm>
          <a:off x="8355867" y="2127749"/>
          <a:ext cx="23596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Revert back to old versions of code</a:t>
          </a:r>
        </a:p>
      </dsp:txBody>
      <dsp:txXfrm>
        <a:off x="8355867" y="2127749"/>
        <a:ext cx="2359607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1578D0-B918-451A-AEE6-6B75D32B1AA0}">
      <dsp:nvSpPr>
        <dsp:cNvPr id="0" name=""/>
        <dsp:cNvSpPr/>
      </dsp:nvSpPr>
      <dsp:spPr>
        <a:xfrm>
          <a:off x="223454" y="1329434"/>
          <a:ext cx="698288" cy="69828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F58FB2-3F53-4256-9372-5792F622C650}">
      <dsp:nvSpPr>
        <dsp:cNvPr id="0" name=""/>
        <dsp:cNvSpPr/>
      </dsp:nvSpPr>
      <dsp:spPr>
        <a:xfrm>
          <a:off x="370094" y="1476075"/>
          <a:ext cx="405007" cy="4050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613E9C-2274-4403-B124-D031C5B2D76C}">
      <dsp:nvSpPr>
        <dsp:cNvPr id="0" name=""/>
        <dsp:cNvSpPr/>
      </dsp:nvSpPr>
      <dsp:spPr>
        <a:xfrm>
          <a:off x="1071376" y="1329434"/>
          <a:ext cx="1645966" cy="698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Online Git repository hosting service</a:t>
          </a:r>
        </a:p>
      </dsp:txBody>
      <dsp:txXfrm>
        <a:off x="1071376" y="1329434"/>
        <a:ext cx="1645966" cy="698288"/>
      </dsp:txXfrm>
    </dsp:sp>
    <dsp:sp modelId="{9708D0F1-05A1-4362-B3E0-483151ACF375}">
      <dsp:nvSpPr>
        <dsp:cNvPr id="0" name=""/>
        <dsp:cNvSpPr/>
      </dsp:nvSpPr>
      <dsp:spPr>
        <a:xfrm>
          <a:off x="3004140" y="1329434"/>
          <a:ext cx="698288" cy="698288"/>
        </a:xfrm>
        <a:prstGeom prst="ellipse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872E11-DB91-4721-A63B-6FB10043D790}">
      <dsp:nvSpPr>
        <dsp:cNvPr id="0" name=""/>
        <dsp:cNvSpPr/>
      </dsp:nvSpPr>
      <dsp:spPr>
        <a:xfrm>
          <a:off x="3150781" y="1476075"/>
          <a:ext cx="405007" cy="4050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6A811D-CEAA-49F4-BA20-207944CB863F}">
      <dsp:nvSpPr>
        <dsp:cNvPr id="0" name=""/>
        <dsp:cNvSpPr/>
      </dsp:nvSpPr>
      <dsp:spPr>
        <a:xfrm>
          <a:off x="3852062" y="1329434"/>
          <a:ext cx="1645966" cy="698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Allows for code collaboration with anyone online</a:t>
          </a:r>
        </a:p>
      </dsp:txBody>
      <dsp:txXfrm>
        <a:off x="3852062" y="1329434"/>
        <a:ext cx="1645966" cy="698288"/>
      </dsp:txXfrm>
    </dsp:sp>
    <dsp:sp modelId="{56377A90-1B3B-4CA4-A053-D2BA2E79638E}">
      <dsp:nvSpPr>
        <dsp:cNvPr id="0" name=""/>
        <dsp:cNvSpPr/>
      </dsp:nvSpPr>
      <dsp:spPr>
        <a:xfrm>
          <a:off x="223454" y="2323614"/>
          <a:ext cx="698288" cy="698288"/>
        </a:xfrm>
        <a:prstGeom prst="ellips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D0462E-8A9A-45A4-8EF9-43B0216BE0D8}">
      <dsp:nvSpPr>
        <dsp:cNvPr id="0" name=""/>
        <dsp:cNvSpPr/>
      </dsp:nvSpPr>
      <dsp:spPr>
        <a:xfrm>
          <a:off x="370094" y="2470255"/>
          <a:ext cx="405007" cy="4050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16D707-7559-4A5F-ABA6-BC67801DF5AF}">
      <dsp:nvSpPr>
        <dsp:cNvPr id="0" name=""/>
        <dsp:cNvSpPr/>
      </dsp:nvSpPr>
      <dsp:spPr>
        <a:xfrm>
          <a:off x="1071376" y="2323614"/>
          <a:ext cx="1645966" cy="698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Founded in 2008</a:t>
          </a:r>
        </a:p>
      </dsp:txBody>
      <dsp:txXfrm>
        <a:off x="1071376" y="2323614"/>
        <a:ext cx="1645966" cy="6982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2B79C-AD24-4D6C-AE99-F0BA0412E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D3011-9185-4CDB-876B-57F7115C6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71F6C-8EDB-465F-9BD8-6B595A121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AA-27D9-4DCA-8DAF-064A663C4DDB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9EA1A-06F8-4943-93D1-9DC0AFFFE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42C0C-3788-447D-BF2B-B8FEAE743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604B0-7222-4A1D-9DAE-584DE674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745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866A-422F-4C20-977A-0CC707E37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DB68-25BD-490F-A709-E824F72ED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5E623-1CEE-43CD-81B8-819892FD0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AA-27D9-4DCA-8DAF-064A663C4DDB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4CEE2-D990-40DE-AB37-066527E9C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11822-3AD0-4B43-9EE3-6E63D7032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604B0-7222-4A1D-9DAE-584DE674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83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D11F-457F-4A4B-9222-B2D698D32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DBC15-F8E5-43BB-A127-76A5316F4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00EFF-5DCF-4809-B733-99FA92504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AA-27D9-4DCA-8DAF-064A663C4DDB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53500-9E36-413B-AA23-30A3820C4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FC39D-AB05-41CF-A0CF-1279E49C4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604B0-7222-4A1D-9DAE-584DE674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93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5F92-D3E1-4D37-B2D8-1F3927DD2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2E824-DD61-46A0-97FC-65A30BEC5B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25798-53F3-4D5D-B8B0-58481142A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78467-C066-463B-9794-686A29BC1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AA-27D9-4DCA-8DAF-064A663C4DDB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9C623-CF9E-4773-9F57-C464BB8C6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A0458-95B5-466C-A72C-04983BA71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604B0-7222-4A1D-9DAE-584DE674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8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4114-E559-445B-9571-001F58631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F481C-0609-4C78-B7C8-270836266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C3CFC-B24F-46D1-AFCA-DE22C22F9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B85831-C59E-4C43-AF83-FC90106470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749F1B-09EA-4389-933C-3F541EA27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807510-FABD-4648-BAF2-A6ACD59FB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AA-27D9-4DCA-8DAF-064A663C4DDB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3B9A10-2677-4A7E-93EC-72498A16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7917E4-CDC0-4590-AFE1-24950B52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604B0-7222-4A1D-9DAE-584DE674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11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C9A84-109D-4E4D-8977-58605C1E9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A12930-502A-4206-A1B3-14F6813C1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AA-27D9-4DCA-8DAF-064A663C4DDB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059D77-AA6B-4BD5-A2A0-84B5AE7C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6C46FD-0F38-4208-80A0-1731025A9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604B0-7222-4A1D-9DAE-584DE674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357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E1CB10-58D6-4D84-9B1B-AB7C14B1C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AA-27D9-4DCA-8DAF-064A663C4DDB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0BAADB-85FD-4A1C-B278-49AA475E9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86CC6-1489-46A4-BD5F-68E7F7F5D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604B0-7222-4A1D-9DAE-584DE674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62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433FE-83DB-4040-A163-EC5CF948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D8A9B-5B55-4642-BA53-F69271885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1E032-7C74-45CD-AFBC-F6ECF7CE2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EA3AD-84BB-408A-ABE4-B7B6E317B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AA-27D9-4DCA-8DAF-064A663C4DDB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60523-1212-487D-A9F2-7DA708A3D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3B030-8601-4E0D-A58A-BFD97916F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604B0-7222-4A1D-9DAE-584DE674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745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F9FD-1448-4FFA-B1A1-57C29FCD8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EA15BD-1FA0-4BFA-A2FF-DB5F02362E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1A7BE-3DEE-49BE-9633-24AE333B2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73140-40AE-4412-92BB-A9749F33D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AA-27D9-4DCA-8DAF-064A663C4DDB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D3112-AE65-433D-9013-2575163F4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BCE93-7AB5-417C-810E-C4B2BF8E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604B0-7222-4A1D-9DAE-584DE674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9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C9574-30EF-4048-9D9D-84471553A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D5E32A-3206-4EF9-9279-E8E71275E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0C3E2-25FD-41B7-8EBC-C9F8AC000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AA-27D9-4DCA-8DAF-064A663C4DDB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8F6C0-615F-48AD-81B7-6409F540D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84F9D-794D-4340-A8A6-E60CE0ECF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604B0-7222-4A1D-9DAE-584DE674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244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46CAFA-E680-461A-AC88-511482A05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E49F6-2F57-427C-92B7-7A21BFD9C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98F33-D250-4C2D-8EF4-4ACF049A2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AA-27D9-4DCA-8DAF-064A663C4DDB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713F7-DAC5-4289-A019-B2DB26023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6E1E3-1361-4B74-99E2-D8218DA6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604B0-7222-4A1D-9DAE-584DE674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642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5A294-23FA-4381-988E-632CA6F45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E823E-80B9-4F6D-9DD5-0F7FE20B7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2E2CD-16AF-404E-9280-BB2F05CE5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4A6AA-27D9-4DCA-8DAF-064A663C4DDB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6FD1B-64A5-4C73-9EEA-19CDB1564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0249B-EF1B-4BA6-A8C1-DC2AFFBE0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604B0-7222-4A1D-9DAE-584DE674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1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 pair of scissors&#10;&#10;Description automatically generated">
            <a:extLst>
              <a:ext uri="{FF2B5EF4-FFF2-40B4-BE49-F238E27FC236}">
                <a16:creationId xmlns:a16="http://schemas.microsoft.com/office/drawing/2014/main" id="{B5214FA5-0E46-4B8C-8540-33EE98A556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2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8DB85-DD68-47E5-851E-72F13E9E74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Working with Git and GitHub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C0EFB3-F0B4-43B6-A706-AA4E81B8F3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May 30,2020</a:t>
            </a:r>
          </a:p>
          <a:p>
            <a:r>
              <a:rPr lang="en-US" dirty="0">
                <a:solidFill>
                  <a:schemeClr val="tx1"/>
                </a:solidFill>
              </a:rPr>
              <a:t>Diwash Shrestha</a:t>
            </a:r>
          </a:p>
        </p:txBody>
      </p:sp>
    </p:spTree>
    <p:extLst>
      <p:ext uri="{BB962C8B-B14F-4D97-AF65-F5344CB8AC3E}">
        <p14:creationId xmlns:p14="http://schemas.microsoft.com/office/powerpoint/2010/main" val="3983674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2AD5-02AD-4AFA-B7B4-33E89F6CF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93C6F-2A98-4E8A-B231-11FF62940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Developer</a:t>
            </a:r>
          </a:p>
          <a:p>
            <a:r>
              <a:rPr lang="en-US" dirty="0"/>
              <a:t>Microsoft Student Partner</a:t>
            </a:r>
          </a:p>
          <a:p>
            <a:r>
              <a:rPr lang="en-US" dirty="0"/>
              <a:t>Microsoft Innovative Educator</a:t>
            </a:r>
          </a:p>
        </p:txBody>
      </p:sp>
    </p:spTree>
    <p:extLst>
      <p:ext uri="{BB962C8B-B14F-4D97-AF65-F5344CB8AC3E}">
        <p14:creationId xmlns:p14="http://schemas.microsoft.com/office/powerpoint/2010/main" val="2601632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BD554-B53F-4FEA-A1C0-AE97E05F7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6310" y="499533"/>
            <a:ext cx="3706761" cy="5632980"/>
          </a:xfrm>
        </p:spPr>
        <p:txBody>
          <a:bodyPr>
            <a:normAutofit/>
          </a:bodyPr>
          <a:lstStyle/>
          <a:p>
            <a:r>
              <a:rPr lang="en-US" sz="4400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A3B9D7-5182-44E1-A78C-F215F47418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9308050"/>
              </p:ext>
            </p:extLst>
          </p:nvPr>
        </p:nvGraphicFramePr>
        <p:xfrm>
          <a:off x="633413" y="639763"/>
          <a:ext cx="6913562" cy="549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480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C74DC-AF15-4CD2-AA08-1D7BD759B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version control?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D866FB-5C34-4583-A1BE-37EDD42BC1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1743665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919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CD1C4-B727-4E67-90AD-95FE276B4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/>
              <a:t>What is git?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8C99C5-B53B-49FB-BFD2-EBC275A71B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20" r="4887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F62D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FEC90E-926A-4D71-BBE0-D7F7BFAF02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3061348"/>
              </p:ext>
            </p:extLst>
          </p:nvPr>
        </p:nvGraphicFramePr>
        <p:xfrm>
          <a:off x="4965431" y="2438400"/>
          <a:ext cx="6586489" cy="3785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89991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A79E2-74E8-4DB6-9F93-45A1DE0A0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What Git does?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47F2C9-EE64-4709-A12D-1259EC3282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372588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9267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037C1C0-FADA-40C7-B923-037899A24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FFEB4-72A6-4116-A8E3-C0070A6C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86184"/>
            <a:ext cx="5721484" cy="1325563"/>
          </a:xfrm>
        </p:spPr>
        <p:txBody>
          <a:bodyPr>
            <a:normAutofit/>
          </a:bodyPr>
          <a:lstStyle/>
          <a:p>
            <a:r>
              <a:rPr lang="en-US" dirty="0"/>
              <a:t>GitHub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3DB3A7-03B0-46A7-9177-6618679D2D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95" r="11497" b="2"/>
          <a:stretch/>
        </p:blipFill>
        <p:spPr>
          <a:xfrm>
            <a:off x="838200" y="643467"/>
            <a:ext cx="4261337" cy="5533496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7" name="Arc 16">
            <a:extLst>
              <a:ext uri="{FF2B5EF4-FFF2-40B4-BE49-F238E27FC236}">
                <a16:creationId xmlns:a16="http://schemas.microsoft.com/office/drawing/2014/main" id="{4B56CC07-3AFD-4C79-AFB2-0428FBBD7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943208">
            <a:off x="-619225" y="5190398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FFC0F3-F744-40EA-B712-7B1954E517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5290571"/>
              </p:ext>
            </p:extLst>
          </p:nvPr>
        </p:nvGraphicFramePr>
        <p:xfrm>
          <a:off x="5827048" y="1946684"/>
          <a:ext cx="572148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77037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9E17E-A4E2-47E4-BED1-95D6ED991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08" y="1220919"/>
            <a:ext cx="542578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Work with git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Block Arc 12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807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957A5-05B2-49EE-9468-3F216573F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6" y="1059736"/>
            <a:ext cx="10040233" cy="1228130"/>
          </a:xfrm>
        </p:spPr>
        <p:txBody>
          <a:bodyPr>
            <a:normAutofit fontScale="90000"/>
          </a:bodyPr>
          <a:lstStyle/>
          <a:p>
            <a:r>
              <a:rPr lang="en-US" sz="4200" dirty="0"/>
              <a:t>git clone &lt;URL&gt;</a:t>
            </a:r>
            <a:br>
              <a:rPr lang="en-US" sz="4200" dirty="0"/>
            </a:br>
            <a:endParaRPr lang="en-US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E4C57-F683-4F81-A916-4F90C3D4B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846" y="2973313"/>
            <a:ext cx="10040233" cy="2903099"/>
          </a:xfrm>
        </p:spPr>
        <p:txBody>
          <a:bodyPr>
            <a:normAutofit/>
          </a:bodyPr>
          <a:lstStyle/>
          <a:p>
            <a:r>
              <a:rPr lang="en-US" dirty="0"/>
              <a:t>Creates local copy of remote project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Laptop on Microsoft Windows 10 May 2019 Update">
            <a:extLst>
              <a:ext uri="{FF2B5EF4-FFF2-40B4-BE49-F238E27FC236}">
                <a16:creationId xmlns:a16="http://schemas.microsoft.com/office/drawing/2014/main" id="{BE098C5A-7674-4B81-8AD6-DF1DB44D1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957" y="5071532"/>
            <a:ext cx="1372245" cy="1372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loud on Microsoft Windows 10 May 2019 Update">
            <a:extLst>
              <a:ext uri="{FF2B5EF4-FFF2-40B4-BE49-F238E27FC236}">
                <a16:creationId xmlns:a16="http://schemas.microsoft.com/office/drawing/2014/main" id="{E7B25351-6050-44A6-8213-0D19CA288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614" y="2766124"/>
            <a:ext cx="1325751" cy="1325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FABACA8-EC75-4097-BA1A-7509AED0572D}"/>
              </a:ext>
            </a:extLst>
          </p:cNvPr>
          <p:cNvSpPr/>
          <p:nvPr/>
        </p:nvSpPr>
        <p:spPr>
          <a:xfrm>
            <a:off x="10533435" y="2840338"/>
            <a:ext cx="1157288" cy="17415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= 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 = 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 = 3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2EC03EC-3BF7-401E-86B6-5351FE7F08D3}"/>
              </a:ext>
            </a:extLst>
          </p:cNvPr>
          <p:cNvSpPr/>
          <p:nvPr/>
        </p:nvSpPr>
        <p:spPr>
          <a:xfrm>
            <a:off x="2980313" y="4200751"/>
            <a:ext cx="1157288" cy="17415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= 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 = 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 = 3</a:t>
            </a:r>
          </a:p>
        </p:txBody>
      </p:sp>
    </p:spTree>
    <p:extLst>
      <p:ext uri="{BB962C8B-B14F-4D97-AF65-F5344CB8AC3E}">
        <p14:creationId xmlns:p14="http://schemas.microsoft.com/office/powerpoint/2010/main" val="330074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45B6F-C814-48B9-9008-9A805AB73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6" y="1059736"/>
            <a:ext cx="10040233" cy="1228130"/>
          </a:xfrm>
        </p:spPr>
        <p:txBody>
          <a:bodyPr>
            <a:normAutofit/>
          </a:bodyPr>
          <a:lstStyle/>
          <a:p>
            <a:r>
              <a:rPr lang="en-US" dirty="0"/>
              <a:t>git  add &lt;filename&gt;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F2F12-BD36-4B6E-951C-9E4DAC47A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846" y="2973313"/>
            <a:ext cx="10040233" cy="2903099"/>
          </a:xfrm>
        </p:spPr>
        <p:txBody>
          <a:bodyPr>
            <a:normAutofit/>
          </a:bodyPr>
          <a:lstStyle/>
          <a:p>
            <a:r>
              <a:rPr lang="en-US" dirty="0"/>
              <a:t>Adds a file to the staging area.</a:t>
            </a:r>
          </a:p>
        </p:txBody>
      </p:sp>
      <p:pic>
        <p:nvPicPr>
          <p:cNvPr id="9" name="Picture 2" descr="Laptop on Microsoft Windows 10 May 2019 Update">
            <a:extLst>
              <a:ext uri="{FF2B5EF4-FFF2-40B4-BE49-F238E27FC236}">
                <a16:creationId xmlns:a16="http://schemas.microsoft.com/office/drawing/2014/main" id="{9836F836-A52C-47D8-B786-F98CA1B22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21" y="4873378"/>
            <a:ext cx="1520404" cy="1520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A928E53-D6F0-45D6-820E-38D121FF2CB0}"/>
              </a:ext>
            </a:extLst>
          </p:cNvPr>
          <p:cNvSpPr/>
          <p:nvPr/>
        </p:nvSpPr>
        <p:spPr>
          <a:xfrm>
            <a:off x="2765395" y="4200751"/>
            <a:ext cx="1157288" cy="17415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= 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 = 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 = 3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 = 4</a:t>
            </a:r>
          </a:p>
        </p:txBody>
      </p:sp>
      <p:pic>
        <p:nvPicPr>
          <p:cNvPr id="12" name="Picture 6" descr="Cloud on Microsoft Windows 10 May 2019 Update">
            <a:extLst>
              <a:ext uri="{FF2B5EF4-FFF2-40B4-BE49-F238E27FC236}">
                <a16:creationId xmlns:a16="http://schemas.microsoft.com/office/drawing/2014/main" id="{8D2170B9-1CFF-40E0-B694-203C09899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614" y="2766124"/>
            <a:ext cx="1325751" cy="1325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D99391A-E36C-4BEC-AC1F-F77C850A1123}"/>
              </a:ext>
            </a:extLst>
          </p:cNvPr>
          <p:cNvSpPr/>
          <p:nvPr/>
        </p:nvSpPr>
        <p:spPr>
          <a:xfrm>
            <a:off x="10533435" y="2840338"/>
            <a:ext cx="1157288" cy="17415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= 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 = 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 = 3</a:t>
            </a:r>
          </a:p>
        </p:txBody>
      </p:sp>
    </p:spTree>
    <p:extLst>
      <p:ext uri="{BB962C8B-B14F-4D97-AF65-F5344CB8AC3E}">
        <p14:creationId xmlns:p14="http://schemas.microsoft.com/office/powerpoint/2010/main" val="1063824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CB4E8-4E2B-48D2-A8E7-B5C6FDEDD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5" y="473949"/>
            <a:ext cx="10040233" cy="1228130"/>
          </a:xfrm>
        </p:spPr>
        <p:txBody>
          <a:bodyPr>
            <a:normAutofit/>
          </a:bodyPr>
          <a:lstStyle/>
          <a:p>
            <a:r>
              <a:rPr lang="en-US" dirty="0"/>
              <a:t>git  commit –m “message”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2EAB12B-FA80-4E8E-8250-3FB023995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844" y="1977450"/>
            <a:ext cx="10040233" cy="2903099"/>
          </a:xfrm>
        </p:spPr>
        <p:txBody>
          <a:bodyPr>
            <a:normAutofit/>
          </a:bodyPr>
          <a:lstStyle/>
          <a:p>
            <a:r>
              <a:rPr lang="en-US" dirty="0"/>
              <a:t>Saves snapshot to the project history</a:t>
            </a:r>
          </a:p>
          <a:p>
            <a:r>
              <a:rPr lang="en-US" dirty="0"/>
              <a:t>Anything staged with </a:t>
            </a:r>
            <a:r>
              <a:rPr lang="en-US" i="1" dirty="0"/>
              <a:t>git add </a:t>
            </a:r>
            <a:r>
              <a:rPr lang="en-US" dirty="0"/>
              <a:t>will become snapshot </a:t>
            </a:r>
          </a:p>
        </p:txBody>
      </p:sp>
      <p:pic>
        <p:nvPicPr>
          <p:cNvPr id="11" name="Picture 2" descr="Laptop on Microsoft Windows 10 May 2019 Update">
            <a:extLst>
              <a:ext uri="{FF2B5EF4-FFF2-40B4-BE49-F238E27FC236}">
                <a16:creationId xmlns:a16="http://schemas.microsoft.com/office/drawing/2014/main" id="{74DB0BB8-AFA5-4820-B171-634B77D80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21" y="4873378"/>
            <a:ext cx="1520404" cy="1520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09615FC-6D9E-4948-AE43-0C2401BF0667}"/>
              </a:ext>
            </a:extLst>
          </p:cNvPr>
          <p:cNvSpPr/>
          <p:nvPr/>
        </p:nvSpPr>
        <p:spPr>
          <a:xfrm>
            <a:off x="2765395" y="4200751"/>
            <a:ext cx="1157288" cy="17415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= 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 = 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 = 3</a:t>
            </a:r>
          </a:p>
        </p:txBody>
      </p:sp>
      <p:pic>
        <p:nvPicPr>
          <p:cNvPr id="16" name="Picture 6" descr="Cloud on Microsoft Windows 10 May 2019 Update">
            <a:extLst>
              <a:ext uri="{FF2B5EF4-FFF2-40B4-BE49-F238E27FC236}">
                <a16:creationId xmlns:a16="http://schemas.microsoft.com/office/drawing/2014/main" id="{88A5D772-E7B7-4AC0-9A6E-E90D2C5BA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614" y="2766124"/>
            <a:ext cx="1325751" cy="1325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F9574BA-4596-4865-9C20-C7C4F89473D0}"/>
              </a:ext>
            </a:extLst>
          </p:cNvPr>
          <p:cNvSpPr/>
          <p:nvPr/>
        </p:nvSpPr>
        <p:spPr>
          <a:xfrm>
            <a:off x="10533435" y="2840338"/>
            <a:ext cx="1157288" cy="17415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= 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 = 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 = 3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3A37A73-1025-405D-8C85-524A25822D72}"/>
              </a:ext>
            </a:extLst>
          </p:cNvPr>
          <p:cNvSpPr/>
          <p:nvPr/>
        </p:nvSpPr>
        <p:spPr>
          <a:xfrm>
            <a:off x="4458946" y="4200751"/>
            <a:ext cx="1157288" cy="17415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= 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 = 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 = 3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 = 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4A4C9F2-0499-40C9-9E0D-62833E7462F3}"/>
              </a:ext>
            </a:extLst>
          </p:cNvPr>
          <p:cNvCxnSpPr>
            <a:stCxn id="13" idx="3"/>
            <a:endCxn id="19" idx="1"/>
          </p:cNvCxnSpPr>
          <p:nvPr/>
        </p:nvCxnSpPr>
        <p:spPr>
          <a:xfrm>
            <a:off x="3922683" y="5071532"/>
            <a:ext cx="5362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CE74BE2-52AC-4A83-9BDF-F52B12519470}"/>
              </a:ext>
            </a:extLst>
          </p:cNvPr>
          <p:cNvSpPr txBox="1"/>
          <p:nvPr/>
        </p:nvSpPr>
        <p:spPr>
          <a:xfrm>
            <a:off x="4458946" y="6133296"/>
            <a:ext cx="1157288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line</a:t>
            </a:r>
          </a:p>
        </p:txBody>
      </p:sp>
    </p:spTree>
    <p:extLst>
      <p:ext uri="{BB962C8B-B14F-4D97-AF65-F5344CB8AC3E}">
        <p14:creationId xmlns:p14="http://schemas.microsoft.com/office/powerpoint/2010/main" val="2279910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5DDD9-0D56-4060-AE53-2B74BEE55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5" y="659686"/>
            <a:ext cx="10040233" cy="1228130"/>
          </a:xfrm>
        </p:spPr>
        <p:txBody>
          <a:bodyPr>
            <a:normAutofit/>
          </a:bodyPr>
          <a:lstStyle/>
          <a:p>
            <a:r>
              <a:rPr lang="en-US" dirty="0"/>
              <a:t>git  push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AFDA5-FBD5-434D-8499-121F6E450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22" y="1887816"/>
            <a:ext cx="10040233" cy="2903099"/>
          </a:xfrm>
        </p:spPr>
        <p:txBody>
          <a:bodyPr>
            <a:normAutofit/>
          </a:bodyPr>
          <a:lstStyle/>
          <a:p>
            <a:r>
              <a:rPr lang="en-US" dirty="0"/>
              <a:t>uploads local repository content to a remote repository</a:t>
            </a:r>
          </a:p>
          <a:p>
            <a:r>
              <a:rPr lang="en-US" i="1" dirty="0"/>
              <a:t>git push</a:t>
            </a:r>
          </a:p>
        </p:txBody>
      </p:sp>
      <p:pic>
        <p:nvPicPr>
          <p:cNvPr id="6" name="Picture 2" descr="Laptop on Microsoft Windows 10 May 2019 Update">
            <a:extLst>
              <a:ext uri="{FF2B5EF4-FFF2-40B4-BE49-F238E27FC236}">
                <a16:creationId xmlns:a16="http://schemas.microsoft.com/office/drawing/2014/main" id="{095202EC-88A2-45E9-ACD1-CA4345BDC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21" y="4873378"/>
            <a:ext cx="1520404" cy="1520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A77A6E0-C782-454D-8D8D-FC1F7995618E}"/>
              </a:ext>
            </a:extLst>
          </p:cNvPr>
          <p:cNvSpPr/>
          <p:nvPr/>
        </p:nvSpPr>
        <p:spPr>
          <a:xfrm>
            <a:off x="2873034" y="4087248"/>
            <a:ext cx="1157288" cy="17415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= 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 = 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 = 3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 = 4</a:t>
            </a:r>
          </a:p>
        </p:txBody>
      </p:sp>
      <p:pic>
        <p:nvPicPr>
          <p:cNvPr id="12" name="Picture 6" descr="Cloud on Microsoft Windows 10 May 2019 Update">
            <a:extLst>
              <a:ext uri="{FF2B5EF4-FFF2-40B4-BE49-F238E27FC236}">
                <a16:creationId xmlns:a16="http://schemas.microsoft.com/office/drawing/2014/main" id="{60010780-6492-4E37-A93E-FE9738745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614" y="2766124"/>
            <a:ext cx="1325751" cy="1325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C8D82C5-D057-440D-8C8C-7346F33EBBFD}"/>
              </a:ext>
            </a:extLst>
          </p:cNvPr>
          <p:cNvSpPr/>
          <p:nvPr/>
        </p:nvSpPr>
        <p:spPr>
          <a:xfrm>
            <a:off x="10533435" y="2840338"/>
            <a:ext cx="1157288" cy="17415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= 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 = 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 = 3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403954D-1C37-4C28-B0A0-26BD92A2A30B}"/>
              </a:ext>
            </a:extLst>
          </p:cNvPr>
          <p:cNvSpPr/>
          <p:nvPr/>
        </p:nvSpPr>
        <p:spPr>
          <a:xfrm>
            <a:off x="10533434" y="2840338"/>
            <a:ext cx="1157288" cy="17415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= 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 = 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 = 3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 = 4</a:t>
            </a:r>
          </a:p>
        </p:txBody>
      </p:sp>
    </p:spTree>
    <p:extLst>
      <p:ext uri="{BB962C8B-B14F-4D97-AF65-F5344CB8AC3E}">
        <p14:creationId xmlns:p14="http://schemas.microsoft.com/office/powerpoint/2010/main" val="135083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D4D42-A021-4000-B3EA-AF840A50E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5" y="508335"/>
            <a:ext cx="10040233" cy="1228130"/>
          </a:xfrm>
        </p:spPr>
        <p:txBody>
          <a:bodyPr>
            <a:normAutofit/>
          </a:bodyPr>
          <a:lstStyle/>
          <a:p>
            <a:r>
              <a:rPr lang="en-US" dirty="0"/>
              <a:t>git	pull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225D8-0096-45C6-8B4B-7184E6066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845" y="2218437"/>
            <a:ext cx="10040233" cy="2903099"/>
          </a:xfrm>
        </p:spPr>
        <p:txBody>
          <a:bodyPr>
            <a:normAutofit/>
          </a:bodyPr>
          <a:lstStyle/>
          <a:p>
            <a:r>
              <a:rPr lang="en-US" dirty="0"/>
              <a:t>Fetch and download content from remote repo</a:t>
            </a:r>
          </a:p>
          <a:p>
            <a:r>
              <a:rPr lang="en-US" dirty="0"/>
              <a:t>Update the local repository</a:t>
            </a:r>
          </a:p>
          <a:p>
            <a:r>
              <a:rPr lang="en-US" i="1" dirty="0"/>
              <a:t>git pull</a:t>
            </a:r>
          </a:p>
        </p:txBody>
      </p:sp>
      <p:pic>
        <p:nvPicPr>
          <p:cNvPr id="7" name="Picture 2" descr="Laptop on Microsoft Windows 10 May 2019 Update">
            <a:extLst>
              <a:ext uri="{FF2B5EF4-FFF2-40B4-BE49-F238E27FC236}">
                <a16:creationId xmlns:a16="http://schemas.microsoft.com/office/drawing/2014/main" id="{EE5C0B6F-EFCB-4E86-BC1A-26E5BE78E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21" y="4873378"/>
            <a:ext cx="1520404" cy="1520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A75CCA1-8B8F-47EA-8256-FB727C216CED}"/>
              </a:ext>
            </a:extLst>
          </p:cNvPr>
          <p:cNvSpPr/>
          <p:nvPr/>
        </p:nvSpPr>
        <p:spPr>
          <a:xfrm>
            <a:off x="2873034" y="4087248"/>
            <a:ext cx="1157288" cy="17415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= 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 = 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 = 3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 = 4</a:t>
            </a:r>
          </a:p>
        </p:txBody>
      </p:sp>
      <p:pic>
        <p:nvPicPr>
          <p:cNvPr id="11" name="Picture 6" descr="Cloud on Microsoft Windows 10 May 2019 Update">
            <a:extLst>
              <a:ext uri="{FF2B5EF4-FFF2-40B4-BE49-F238E27FC236}">
                <a16:creationId xmlns:a16="http://schemas.microsoft.com/office/drawing/2014/main" id="{E5CC5C6E-5183-4C8A-B6FE-55D2DF9D3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614" y="2766124"/>
            <a:ext cx="1325751" cy="1325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9A219A-9B63-47F6-8888-A2FEC167B0C9}"/>
              </a:ext>
            </a:extLst>
          </p:cNvPr>
          <p:cNvSpPr/>
          <p:nvPr/>
        </p:nvSpPr>
        <p:spPr>
          <a:xfrm>
            <a:off x="10657101" y="2799205"/>
            <a:ext cx="1157288" cy="17415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= 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 = 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 = 3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 = 4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E = 5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C950BCA-BC3E-422E-BD19-7E2F49F7D239}"/>
              </a:ext>
            </a:extLst>
          </p:cNvPr>
          <p:cNvSpPr/>
          <p:nvPr/>
        </p:nvSpPr>
        <p:spPr>
          <a:xfrm>
            <a:off x="2873034" y="4087248"/>
            <a:ext cx="1157288" cy="17415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= 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 = 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 = 3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 = 4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E = 5</a:t>
            </a:r>
          </a:p>
        </p:txBody>
      </p:sp>
    </p:spTree>
    <p:extLst>
      <p:ext uri="{BB962C8B-B14F-4D97-AF65-F5344CB8AC3E}">
        <p14:creationId xmlns:p14="http://schemas.microsoft.com/office/powerpoint/2010/main" val="49398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06425-E86E-450A-BA5D-8BBEF96F3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6" y="1059736"/>
            <a:ext cx="10040233" cy="1228130"/>
          </a:xfrm>
        </p:spPr>
        <p:txBody>
          <a:bodyPr>
            <a:normAutofit/>
          </a:bodyPr>
          <a:lstStyle/>
          <a:p>
            <a:r>
              <a:rPr lang="en-US" dirty="0"/>
              <a:t>git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41033-E811-4E95-AF7C-BC9FEA961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846" y="2973313"/>
            <a:ext cx="10040233" cy="2903099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46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3A668-5C3C-4C23-BDAD-6DDF17644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6" y="1059736"/>
            <a:ext cx="10040233" cy="1228130"/>
          </a:xfrm>
        </p:spPr>
        <p:txBody>
          <a:bodyPr>
            <a:normAutofit/>
          </a:bodyPr>
          <a:lstStyle/>
          <a:p>
            <a:r>
              <a:rPr lang="en-US" dirty="0"/>
              <a:t>git merge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56038-8DE8-478A-A439-5405ABCEF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846" y="2973313"/>
            <a:ext cx="10040233" cy="2903099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21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3A668-5C3C-4C23-BDAD-6DDF17644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6" y="1059736"/>
            <a:ext cx="10040233" cy="1228130"/>
          </a:xfrm>
        </p:spPr>
        <p:txBody>
          <a:bodyPr>
            <a:normAutofit/>
          </a:bodyPr>
          <a:lstStyle/>
          <a:p>
            <a:r>
              <a:rPr lang="en-US" dirty="0"/>
              <a:t>git merge conflict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56038-8DE8-478A-A439-5405ABCEF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846" y="2973313"/>
            <a:ext cx="10040233" cy="2903099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18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3A668-5C3C-4C23-BDAD-6DDF17644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6" y="1059736"/>
            <a:ext cx="10040233" cy="1228130"/>
          </a:xfrm>
        </p:spPr>
        <p:txBody>
          <a:bodyPr>
            <a:normAutofit/>
          </a:bodyPr>
          <a:lstStyle/>
          <a:p>
            <a:r>
              <a:rPr lang="en-US" dirty="0"/>
              <a:t>git 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56038-8DE8-478A-A439-5405ABCEF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846" y="2973313"/>
            <a:ext cx="10040233" cy="2903099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5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F4D07-089C-43AF-9D6A-05338F820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6" y="1059736"/>
            <a:ext cx="10040233" cy="1228130"/>
          </a:xfrm>
        </p:spPr>
        <p:txBody>
          <a:bodyPr>
            <a:normAutofit/>
          </a:bodyPr>
          <a:lstStyle/>
          <a:p>
            <a:r>
              <a:rPr lang="en-US" dirty="0"/>
              <a:t>git reset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DCDB8-9BF5-403C-9579-7828FAB6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846" y="2973313"/>
            <a:ext cx="10040233" cy="2903099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577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441D5-9283-473D-BDBC-ACBF158A3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CE8C7-FEA7-42DC-B72C-7C6B66F0D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Official </a:t>
            </a:r>
            <a:r>
              <a:rPr lang="en-US"/>
              <a:t>git site and </a:t>
            </a:r>
          </a:p>
        </p:txBody>
      </p:sp>
    </p:spTree>
    <p:extLst>
      <p:ext uri="{BB962C8B-B14F-4D97-AF65-F5344CB8AC3E}">
        <p14:creationId xmlns:p14="http://schemas.microsoft.com/office/powerpoint/2010/main" val="582544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370</Words>
  <Application>Microsoft Office PowerPoint</Application>
  <PresentationFormat>Widescreen</PresentationFormat>
  <Paragraphs>105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Working with Git and GitHub</vt:lpstr>
      <vt:lpstr>About me</vt:lpstr>
      <vt:lpstr>Agenda</vt:lpstr>
      <vt:lpstr>What is version control?</vt:lpstr>
      <vt:lpstr>What is git?</vt:lpstr>
      <vt:lpstr>What Git does?</vt:lpstr>
      <vt:lpstr>GitHub</vt:lpstr>
      <vt:lpstr>Work with git</vt:lpstr>
      <vt:lpstr>git clone &lt;URL&gt; </vt:lpstr>
      <vt:lpstr>git  add &lt;filename&gt;</vt:lpstr>
      <vt:lpstr>git  commit –m “message”</vt:lpstr>
      <vt:lpstr>git  push</vt:lpstr>
      <vt:lpstr>git pull</vt:lpstr>
      <vt:lpstr>git branch</vt:lpstr>
      <vt:lpstr>git merge</vt:lpstr>
      <vt:lpstr>git merge conflict</vt:lpstr>
      <vt:lpstr>git log</vt:lpstr>
      <vt:lpstr>git reset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with Git and GitHub</dc:title>
  <dc:creator>Diwash Shrestha</dc:creator>
  <cp:lastModifiedBy>Diwash Shrestha</cp:lastModifiedBy>
  <cp:revision>2</cp:revision>
  <dcterms:created xsi:type="dcterms:W3CDTF">2020-05-29T09:02:27Z</dcterms:created>
  <dcterms:modified xsi:type="dcterms:W3CDTF">2020-05-29T09:09:16Z</dcterms:modified>
</cp:coreProperties>
</file>