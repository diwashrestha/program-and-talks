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>
      <p:cViewPr varScale="1">
        <p:scale>
          <a:sx n="62" d="100"/>
          <a:sy n="62" d="100"/>
        </p:scale>
        <p:origin x="102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3EBE1-7F4B-4F63-87DF-B15192B2F0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5DE965-9628-4C90-B019-300F742432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A3727-AB85-47AB-9A95-10FF184E2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9367-53DF-4715-AFF9-362FF0626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689665-174B-4D3F-93E8-17CB76B0E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834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449EF-E8C2-4FD7-B55F-8443ED36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66734-1A2F-426B-BA49-D75C5A4DF1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CFB8C-E28C-4D11-B430-62A603031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4BDBA-565F-4229-9EF3-0C377A58B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30E98-9753-493C-8181-5BD443F7C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112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76101-1529-4B2F-939C-67E681DCA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712EE-3BF6-42D8-A49E-E6DA3D6A1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A6896-B569-4007-B76F-1DCC0EBBF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ACB68-C84D-4B6F-908A-C13E2A5E1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CC6ED-FEEE-4319-8170-319018B7A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963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5D461-0242-4E59-ADCF-9A89B01DD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41928-781D-4BCB-BBB9-A0CEBA161D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5F7CC-1AF3-4827-B987-F7756CDEE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867867-335E-4F96-8F76-06CA7863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014E7-41C1-42D3-9089-CC3595DEC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322B93-C27F-4CBC-AD2F-13B9F4067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30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26A4A-9D35-49B5-B32B-EE1D3BA9A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99802-8CDF-44AB-BECD-69D7E6D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871B3-C4CE-4CEF-8B67-B9B612B066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BEF95B-E234-4D47-9F10-80D9D17EE2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C83B17-5E52-44D5-9C54-2864BF83F5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F12A7F-EDBF-4A2E-89B7-9DE16CCFD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1B531C-844B-43A2-8743-7CC8A6F1E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C2F96D-8136-4296-932F-AF1C40BC9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23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AE7C8-E478-445E-B8C9-327CA3590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2F4D96-5FA1-4296-915B-30B5749DF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B4ADC1-7AD7-4FFE-B0CE-99A88CCBC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DB21C8-E3FB-428D-93CC-73522F8D2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53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4F317F-1910-41A2-BA13-5133800B2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489F37-9D0E-4442-9531-E1F1A917F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5359FD-E27A-4511-B81B-1E030BAAE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073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946DD-5837-4F9B-9501-5A7B1F6BB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F8E53-F974-4BF0-93CC-A34FC51E00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C7C0A-120B-49B0-A626-659486328A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EB662-60BE-4290-97F9-77C6AC687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BB3EAA-599B-421B-A0F2-27167A6B1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6FE13C-4990-4E38-9E16-87A80B02D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938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F8DEE-E8F8-46C8-9E71-B5438EF87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1F03D1-8C8C-40AC-AE53-B615EC7C02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129768-3DEB-4911-919E-78D829A26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F34B26-5643-4CEE-9CB5-6B6791A29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B387F2-646D-41AF-A9C1-8925720B3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744A9-27EE-44EF-BF55-B157A7341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874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5A8A4-0131-4BD0-9674-D94A3E480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6F3245-83F6-4CDC-B0A7-71D23AB13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07A25-1138-45F8-99C2-2D5E047AB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67589-892C-454E-8A07-374084A54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51831-900B-423D-88C2-54374409A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170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87A01E-8CDC-4882-9A5E-89E65E5699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A69E5-CED8-4CAA-B933-213FF53037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72183-2444-4E84-91EC-6542B5723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F755AB-E589-4AE2-A1BF-ACD340D69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91A57-83B8-4910-A733-D69AF9C9E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169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D9E1A8-E5A5-4D2C-BAA1-D00682D15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1B251C-8779-4E70-8FE9-A2EF0D1C7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3A0D4-9217-4B1F-B555-588F6AC7C6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4A6AA-27D9-4DCA-8DAF-064A663C4DDB}" type="datetimeFigureOut">
              <a:rPr lang="en-US" smtClean="0"/>
              <a:t>5/28/2020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7E786-3D7D-46A2-8776-8B6265E00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31B5C-57F8-4A39-AF8C-B2AB3A7A31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604B0-7222-4A1D-9DAE-584DE674E0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96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38DB85-DD68-47E5-851E-72F13E9E74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0908" y="1220919"/>
            <a:ext cx="5425781" cy="2387600"/>
          </a:xfrm>
        </p:spPr>
        <p:txBody>
          <a:bodyPr>
            <a:normAutofit/>
          </a:bodyPr>
          <a:lstStyle/>
          <a:p>
            <a:pPr algn="l"/>
            <a:r>
              <a:rPr lang="en-US"/>
              <a:t>Working with Git and GitHub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C0EFB3-F0B4-43B6-A706-AA4E81B8F3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0908" y="3700594"/>
            <a:ext cx="5425781" cy="1655762"/>
          </a:xfrm>
        </p:spPr>
        <p:txBody>
          <a:bodyPr>
            <a:normAutofit/>
          </a:bodyPr>
          <a:lstStyle/>
          <a:p>
            <a:pPr algn="l"/>
            <a:r>
              <a:rPr lang="en-US"/>
              <a:t>Diwash Shrestha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Freeform: Shape 15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67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CBD554-B53F-4FEA-A1C0-AE97E05F7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244AB-6326-46A8-A601-A91FFB9B5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r>
              <a:rPr lang="en-US" dirty="0"/>
              <a:t>Version Control</a:t>
            </a:r>
          </a:p>
          <a:p>
            <a:r>
              <a:rPr lang="en-US" dirty="0"/>
              <a:t>Git</a:t>
            </a:r>
          </a:p>
          <a:p>
            <a:pPr lvl="1"/>
            <a:r>
              <a:rPr lang="en-US" dirty="0"/>
              <a:t>Repositories</a:t>
            </a:r>
          </a:p>
          <a:p>
            <a:pPr lvl="1"/>
            <a:r>
              <a:rPr lang="en-US" dirty="0"/>
              <a:t>Commits</a:t>
            </a:r>
          </a:p>
          <a:p>
            <a:pPr lvl="1"/>
            <a:r>
              <a:rPr lang="en-US" dirty="0"/>
              <a:t>Branches </a:t>
            </a:r>
          </a:p>
          <a:p>
            <a:pPr lvl="1"/>
            <a:r>
              <a:rPr lang="en-US" dirty="0"/>
              <a:t>Merges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01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C74DC-AF15-4CD2-AA08-1D7BD759B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What is version control?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03C77-46E9-45E3-858F-C74AC2DB9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r>
              <a:rPr lang="en-US" dirty="0"/>
              <a:t>A system that keeps records of our changes</a:t>
            </a:r>
          </a:p>
          <a:p>
            <a:r>
              <a:rPr lang="en-US" dirty="0"/>
              <a:t>Allows for collaborative development</a:t>
            </a:r>
          </a:p>
          <a:p>
            <a:r>
              <a:rPr lang="en-US" dirty="0"/>
              <a:t>Allows us to know who made what changes and when</a:t>
            </a:r>
          </a:p>
          <a:p>
            <a:r>
              <a:rPr lang="en-US" dirty="0"/>
              <a:t>Allows us to revert any changes and go back to a previous state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196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FCD1C4-B727-4E67-90AD-95FE276B4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What is git?</a:t>
            </a:r>
            <a:endParaRPr lang="en-U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39D96-79A5-431E-A715-F061529FE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A version control system</a:t>
            </a:r>
          </a:p>
          <a:p>
            <a:r>
              <a:rPr lang="en-US" dirty="0"/>
              <a:t>Developed by Linus </a:t>
            </a:r>
            <a:r>
              <a:rPr lang="en-US" dirty="0" err="1"/>
              <a:t>Torvald</a:t>
            </a:r>
            <a:r>
              <a:rPr lang="en-US" dirty="0"/>
              <a:t> in 2005</a:t>
            </a:r>
          </a:p>
          <a:p>
            <a:r>
              <a:rPr lang="en-US" dirty="0"/>
              <a:t>Cross-</a:t>
            </a:r>
            <a:r>
              <a:rPr lang="en-US" dirty="0" err="1"/>
              <a:t>platfrom</a:t>
            </a:r>
            <a:endParaRPr lang="en-US" dirty="0"/>
          </a:p>
          <a:p>
            <a:r>
              <a:rPr lang="en-US" dirty="0"/>
              <a:t>Open source , free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991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05177-7A7F-40F3-81A1-FF428CD5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93338"/>
            <a:ext cx="9144000" cy="3274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Git does?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600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02B96-94EB-494F-BD55-92C4189BA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track </a:t>
            </a:r>
            <a:r>
              <a:rPr lang="en-US"/>
              <a:t>of changes to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7FA3F-F6CE-4FE2-AA45-240FD15FE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405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79E2-74E8-4DB6-9F93-45A1DE0A0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DB735-B66C-4D07-B317-EC90BEC10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267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FFEB4-72A6-4116-A8E3-C0070A6C2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E9E16-C8C5-43DA-BDA6-3337043FE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037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9E17E-A4E2-47E4-BED1-95D6ED991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2C81-FECF-4A4B-9ECF-BA6C3FC83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07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84</Words>
  <Application>Microsoft Office PowerPoint</Application>
  <PresentationFormat>Widescreen</PresentationFormat>
  <Paragraphs>21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Working with Git and GitHub</vt:lpstr>
      <vt:lpstr>Agenda</vt:lpstr>
      <vt:lpstr>What is version control?</vt:lpstr>
      <vt:lpstr>What is git?</vt:lpstr>
      <vt:lpstr>What Git does?</vt:lpstr>
      <vt:lpstr>Keep track of changes to code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Working with Git and GitHub</dc:title>
  <dc:creator>Diwash Shrestha</dc:creator>
  <cp:lastModifiedBy>Diwash Shrestha</cp:lastModifiedBy>
  <cp:revision>2</cp:revision>
  <dcterms:created xsi:type="dcterms:W3CDTF">2020-05-28T16:22:30Z</dcterms:created>
  <dcterms:modified xsi:type="dcterms:W3CDTF">2020-05-28T16:25:27Z</dcterms:modified>
</cp:coreProperties>
</file>