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57" r:id="rId3"/>
    <p:sldId id="258" r:id="rId4"/>
    <p:sldId id="261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4" r:id="rId15"/>
    <p:sldId id="275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2" autoAdjust="0"/>
    <p:restoredTop sz="94660"/>
  </p:normalViewPr>
  <p:slideViewPr>
    <p:cSldViewPr snapToGrid="0">
      <p:cViewPr varScale="1">
        <p:scale>
          <a:sx n="62" d="100"/>
          <a:sy n="62" d="100"/>
        </p:scale>
        <p:origin x="102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Relationship Id="rId6" Type="http://schemas.openxmlformats.org/officeDocument/2006/relationships/image" Target="../media/image31.svg"/><Relationship Id="rId5" Type="http://schemas.openxmlformats.org/officeDocument/2006/relationships/image" Target="../media/image30.png"/><Relationship Id="rId4" Type="http://schemas.openxmlformats.org/officeDocument/2006/relationships/image" Target="../media/image29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Relationship Id="rId6" Type="http://schemas.openxmlformats.org/officeDocument/2006/relationships/image" Target="../media/image31.svg"/><Relationship Id="rId5" Type="http://schemas.openxmlformats.org/officeDocument/2006/relationships/image" Target="../media/image30.png"/><Relationship Id="rId4" Type="http://schemas.openxmlformats.org/officeDocument/2006/relationships/image" Target="../media/image2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F615001-0C94-416C-9147-DEA874C5E52E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54A7A556-BF46-426B-B1DA-E219EEEE0FEF}">
      <dgm:prSet/>
      <dgm:spPr/>
      <dgm:t>
        <a:bodyPr/>
        <a:lstStyle/>
        <a:p>
          <a:r>
            <a:rPr lang="en-US"/>
            <a:t>A system that keeps records of our changes</a:t>
          </a:r>
        </a:p>
      </dgm:t>
    </dgm:pt>
    <dgm:pt modelId="{8B44BFE7-DD53-4391-960C-A36142B45286}" type="parTrans" cxnId="{33B5A14B-B413-44D7-80B3-9D02634A24E8}">
      <dgm:prSet/>
      <dgm:spPr/>
      <dgm:t>
        <a:bodyPr/>
        <a:lstStyle/>
        <a:p>
          <a:endParaRPr lang="en-US"/>
        </a:p>
      </dgm:t>
    </dgm:pt>
    <dgm:pt modelId="{E5D9CD1A-37CD-45DE-9512-2579018FCC10}" type="sibTrans" cxnId="{33B5A14B-B413-44D7-80B3-9D02634A24E8}">
      <dgm:prSet/>
      <dgm:spPr/>
      <dgm:t>
        <a:bodyPr/>
        <a:lstStyle/>
        <a:p>
          <a:endParaRPr lang="en-US"/>
        </a:p>
      </dgm:t>
    </dgm:pt>
    <dgm:pt modelId="{605D8423-F493-4A59-8C00-44D13E150BB2}">
      <dgm:prSet/>
      <dgm:spPr/>
      <dgm:t>
        <a:bodyPr/>
        <a:lstStyle/>
        <a:p>
          <a:r>
            <a:rPr lang="en-US"/>
            <a:t>Allows for collaborative development</a:t>
          </a:r>
        </a:p>
      </dgm:t>
    </dgm:pt>
    <dgm:pt modelId="{BEE6E486-7A6F-4EDD-8646-C80A041A78A9}" type="parTrans" cxnId="{CA4260C2-5D4D-4E23-ADD2-802138E33469}">
      <dgm:prSet/>
      <dgm:spPr/>
      <dgm:t>
        <a:bodyPr/>
        <a:lstStyle/>
        <a:p>
          <a:endParaRPr lang="en-US"/>
        </a:p>
      </dgm:t>
    </dgm:pt>
    <dgm:pt modelId="{B30044DF-9BEC-43B8-A237-B74A9B943C84}" type="sibTrans" cxnId="{CA4260C2-5D4D-4E23-ADD2-802138E33469}">
      <dgm:prSet/>
      <dgm:spPr/>
      <dgm:t>
        <a:bodyPr/>
        <a:lstStyle/>
        <a:p>
          <a:endParaRPr lang="en-US"/>
        </a:p>
      </dgm:t>
    </dgm:pt>
    <dgm:pt modelId="{69A6E32A-93BA-4DDB-8304-858EF62A50E5}">
      <dgm:prSet/>
      <dgm:spPr/>
      <dgm:t>
        <a:bodyPr/>
        <a:lstStyle/>
        <a:p>
          <a:r>
            <a:rPr lang="en-US"/>
            <a:t>Allows us to know who made what changes and when</a:t>
          </a:r>
        </a:p>
      </dgm:t>
    </dgm:pt>
    <dgm:pt modelId="{3EF934A3-249B-4B40-A05C-CCBFDC78C113}" type="parTrans" cxnId="{1C82A2E0-40C9-4889-8374-59166AC1D8CD}">
      <dgm:prSet/>
      <dgm:spPr/>
      <dgm:t>
        <a:bodyPr/>
        <a:lstStyle/>
        <a:p>
          <a:endParaRPr lang="en-US"/>
        </a:p>
      </dgm:t>
    </dgm:pt>
    <dgm:pt modelId="{A64063B2-DAC4-4043-950C-709AA3F11E52}" type="sibTrans" cxnId="{1C82A2E0-40C9-4889-8374-59166AC1D8CD}">
      <dgm:prSet/>
      <dgm:spPr/>
      <dgm:t>
        <a:bodyPr/>
        <a:lstStyle/>
        <a:p>
          <a:endParaRPr lang="en-US"/>
        </a:p>
      </dgm:t>
    </dgm:pt>
    <dgm:pt modelId="{C648B899-3D95-4BF4-A14C-E4FE7898AEB6}">
      <dgm:prSet/>
      <dgm:spPr/>
      <dgm:t>
        <a:bodyPr/>
        <a:lstStyle/>
        <a:p>
          <a:r>
            <a:rPr lang="en-US"/>
            <a:t>Allows us to revert any changes and go back to a previous state</a:t>
          </a:r>
        </a:p>
      </dgm:t>
    </dgm:pt>
    <dgm:pt modelId="{5D132C8C-CBCA-4CF0-B9C4-D42D15FB7B9C}" type="parTrans" cxnId="{DB22E5CC-CEB4-4B0B-993F-55AF668D39B9}">
      <dgm:prSet/>
      <dgm:spPr/>
      <dgm:t>
        <a:bodyPr/>
        <a:lstStyle/>
        <a:p>
          <a:endParaRPr lang="en-US"/>
        </a:p>
      </dgm:t>
    </dgm:pt>
    <dgm:pt modelId="{7669998E-AF7B-4BC7-A0A6-E38724765A7C}" type="sibTrans" cxnId="{DB22E5CC-CEB4-4B0B-993F-55AF668D39B9}">
      <dgm:prSet/>
      <dgm:spPr/>
      <dgm:t>
        <a:bodyPr/>
        <a:lstStyle/>
        <a:p>
          <a:endParaRPr lang="en-US"/>
        </a:p>
      </dgm:t>
    </dgm:pt>
    <dgm:pt modelId="{BEFD4C05-BB00-4479-A923-31B4E590970C}" type="pres">
      <dgm:prSet presAssocID="{9F615001-0C94-416C-9147-DEA874C5E52E}" presName="root" presStyleCnt="0">
        <dgm:presLayoutVars>
          <dgm:dir/>
          <dgm:resizeHandles val="exact"/>
        </dgm:presLayoutVars>
      </dgm:prSet>
      <dgm:spPr/>
    </dgm:pt>
    <dgm:pt modelId="{AC235B1F-EA17-4C55-99C9-0BC912E2A69B}" type="pres">
      <dgm:prSet presAssocID="{54A7A556-BF46-426B-B1DA-E219EEEE0FEF}" presName="compNode" presStyleCnt="0"/>
      <dgm:spPr/>
    </dgm:pt>
    <dgm:pt modelId="{93A2E422-A303-4E44-803E-9F0543268E38}" type="pres">
      <dgm:prSet presAssocID="{54A7A556-BF46-426B-B1DA-E219EEEE0FEF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5C7E89AE-1A2B-41FB-B47A-CEF2E04E4F87}" type="pres">
      <dgm:prSet presAssocID="{54A7A556-BF46-426B-B1DA-E219EEEE0FEF}" presName="spaceRect" presStyleCnt="0"/>
      <dgm:spPr/>
    </dgm:pt>
    <dgm:pt modelId="{6D8BD6D3-372B-40A7-BDFD-6E84AC5504AC}" type="pres">
      <dgm:prSet presAssocID="{54A7A556-BF46-426B-B1DA-E219EEEE0FEF}" presName="textRect" presStyleLbl="revTx" presStyleIdx="0" presStyleCnt="4">
        <dgm:presLayoutVars>
          <dgm:chMax val="1"/>
          <dgm:chPref val="1"/>
        </dgm:presLayoutVars>
      </dgm:prSet>
      <dgm:spPr/>
    </dgm:pt>
    <dgm:pt modelId="{E468380E-6982-40C0-9294-0DE0C3DB4631}" type="pres">
      <dgm:prSet presAssocID="{E5D9CD1A-37CD-45DE-9512-2579018FCC10}" presName="sibTrans" presStyleCnt="0"/>
      <dgm:spPr/>
    </dgm:pt>
    <dgm:pt modelId="{2A916A17-7C98-4E1D-A56E-29368A4D7899}" type="pres">
      <dgm:prSet presAssocID="{605D8423-F493-4A59-8C00-44D13E150BB2}" presName="compNode" presStyleCnt="0"/>
      <dgm:spPr/>
    </dgm:pt>
    <dgm:pt modelId="{68735C6A-17CE-403A-9522-3CF253EE7FDA}" type="pres">
      <dgm:prSet presAssocID="{605D8423-F493-4A59-8C00-44D13E150BB2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847F0EBB-288F-4385-AE61-2D11A2AEE278}" type="pres">
      <dgm:prSet presAssocID="{605D8423-F493-4A59-8C00-44D13E150BB2}" presName="spaceRect" presStyleCnt="0"/>
      <dgm:spPr/>
    </dgm:pt>
    <dgm:pt modelId="{43C5A28A-D130-4669-A851-567946080910}" type="pres">
      <dgm:prSet presAssocID="{605D8423-F493-4A59-8C00-44D13E150BB2}" presName="textRect" presStyleLbl="revTx" presStyleIdx="1" presStyleCnt="4">
        <dgm:presLayoutVars>
          <dgm:chMax val="1"/>
          <dgm:chPref val="1"/>
        </dgm:presLayoutVars>
      </dgm:prSet>
      <dgm:spPr/>
    </dgm:pt>
    <dgm:pt modelId="{5AABD82F-BCC5-4D1A-946E-EC7E6185D7E7}" type="pres">
      <dgm:prSet presAssocID="{B30044DF-9BEC-43B8-A237-B74A9B943C84}" presName="sibTrans" presStyleCnt="0"/>
      <dgm:spPr/>
    </dgm:pt>
    <dgm:pt modelId="{F8AFB160-4164-4AE0-96F0-C1AF526EB52B}" type="pres">
      <dgm:prSet presAssocID="{69A6E32A-93BA-4DDB-8304-858EF62A50E5}" presName="compNode" presStyleCnt="0"/>
      <dgm:spPr/>
    </dgm:pt>
    <dgm:pt modelId="{A56450FC-CFD2-480B-9373-B376C8E93D06}" type="pres">
      <dgm:prSet presAssocID="{69A6E32A-93BA-4DDB-8304-858EF62A50E5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oup Brainstorm"/>
        </a:ext>
      </dgm:extLst>
    </dgm:pt>
    <dgm:pt modelId="{01B20383-6281-48C4-A32A-9A02B2FF7CC0}" type="pres">
      <dgm:prSet presAssocID="{69A6E32A-93BA-4DDB-8304-858EF62A50E5}" presName="spaceRect" presStyleCnt="0"/>
      <dgm:spPr/>
    </dgm:pt>
    <dgm:pt modelId="{71F94409-7BBF-4C87-BD86-EC9699452ED3}" type="pres">
      <dgm:prSet presAssocID="{69A6E32A-93BA-4DDB-8304-858EF62A50E5}" presName="textRect" presStyleLbl="revTx" presStyleIdx="2" presStyleCnt="4">
        <dgm:presLayoutVars>
          <dgm:chMax val="1"/>
          <dgm:chPref val="1"/>
        </dgm:presLayoutVars>
      </dgm:prSet>
      <dgm:spPr/>
    </dgm:pt>
    <dgm:pt modelId="{FCFCC101-2375-44E8-84BF-F3F979A3FCD7}" type="pres">
      <dgm:prSet presAssocID="{A64063B2-DAC4-4043-950C-709AA3F11E52}" presName="sibTrans" presStyleCnt="0"/>
      <dgm:spPr/>
    </dgm:pt>
    <dgm:pt modelId="{69958CEA-7988-4BA1-8938-9C4389D8C33D}" type="pres">
      <dgm:prSet presAssocID="{C648B899-3D95-4BF4-A14C-E4FE7898AEB6}" presName="compNode" presStyleCnt="0"/>
      <dgm:spPr/>
    </dgm:pt>
    <dgm:pt modelId="{04B378D9-2E41-49E7-8EB5-BF65373CFD1F}" type="pres">
      <dgm:prSet presAssocID="{C648B899-3D95-4BF4-A14C-E4FE7898AEB6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eginning"/>
        </a:ext>
      </dgm:extLst>
    </dgm:pt>
    <dgm:pt modelId="{A9D14D16-8974-4C53-92A0-EA284B11A118}" type="pres">
      <dgm:prSet presAssocID="{C648B899-3D95-4BF4-A14C-E4FE7898AEB6}" presName="spaceRect" presStyleCnt="0"/>
      <dgm:spPr/>
    </dgm:pt>
    <dgm:pt modelId="{94412387-3E5A-44B7-98B8-D1C183440D59}" type="pres">
      <dgm:prSet presAssocID="{C648B899-3D95-4BF4-A14C-E4FE7898AEB6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8F665335-F5DB-4753-9AA1-117378E2F1B4}" type="presOf" srcId="{54A7A556-BF46-426B-B1DA-E219EEEE0FEF}" destId="{6D8BD6D3-372B-40A7-BDFD-6E84AC5504AC}" srcOrd="0" destOrd="0" presId="urn:microsoft.com/office/officeart/2018/2/layout/IconLabelList"/>
    <dgm:cxn modelId="{5E9AE23A-EF25-450E-8067-A23ABC73E80B}" type="presOf" srcId="{C648B899-3D95-4BF4-A14C-E4FE7898AEB6}" destId="{94412387-3E5A-44B7-98B8-D1C183440D59}" srcOrd="0" destOrd="0" presId="urn:microsoft.com/office/officeart/2018/2/layout/IconLabelList"/>
    <dgm:cxn modelId="{CBCC5267-6491-4219-8A16-82E2399D20FC}" type="presOf" srcId="{9F615001-0C94-416C-9147-DEA874C5E52E}" destId="{BEFD4C05-BB00-4479-A923-31B4E590970C}" srcOrd="0" destOrd="0" presId="urn:microsoft.com/office/officeart/2018/2/layout/IconLabelList"/>
    <dgm:cxn modelId="{33B5A14B-B413-44D7-80B3-9D02634A24E8}" srcId="{9F615001-0C94-416C-9147-DEA874C5E52E}" destId="{54A7A556-BF46-426B-B1DA-E219EEEE0FEF}" srcOrd="0" destOrd="0" parTransId="{8B44BFE7-DD53-4391-960C-A36142B45286}" sibTransId="{E5D9CD1A-37CD-45DE-9512-2579018FCC10}"/>
    <dgm:cxn modelId="{60E63F57-C040-4B21-BAF7-85FFC423CD27}" type="presOf" srcId="{69A6E32A-93BA-4DDB-8304-858EF62A50E5}" destId="{71F94409-7BBF-4C87-BD86-EC9699452ED3}" srcOrd="0" destOrd="0" presId="urn:microsoft.com/office/officeart/2018/2/layout/IconLabelList"/>
    <dgm:cxn modelId="{CA4260C2-5D4D-4E23-ADD2-802138E33469}" srcId="{9F615001-0C94-416C-9147-DEA874C5E52E}" destId="{605D8423-F493-4A59-8C00-44D13E150BB2}" srcOrd="1" destOrd="0" parTransId="{BEE6E486-7A6F-4EDD-8646-C80A041A78A9}" sibTransId="{B30044DF-9BEC-43B8-A237-B74A9B943C84}"/>
    <dgm:cxn modelId="{DB22E5CC-CEB4-4B0B-993F-55AF668D39B9}" srcId="{9F615001-0C94-416C-9147-DEA874C5E52E}" destId="{C648B899-3D95-4BF4-A14C-E4FE7898AEB6}" srcOrd="3" destOrd="0" parTransId="{5D132C8C-CBCA-4CF0-B9C4-D42D15FB7B9C}" sibTransId="{7669998E-AF7B-4BC7-A0A6-E38724765A7C}"/>
    <dgm:cxn modelId="{39F96ECF-EE83-44AE-B861-E7359F9435D0}" type="presOf" srcId="{605D8423-F493-4A59-8C00-44D13E150BB2}" destId="{43C5A28A-D130-4669-A851-567946080910}" srcOrd="0" destOrd="0" presId="urn:microsoft.com/office/officeart/2018/2/layout/IconLabelList"/>
    <dgm:cxn modelId="{1C82A2E0-40C9-4889-8374-59166AC1D8CD}" srcId="{9F615001-0C94-416C-9147-DEA874C5E52E}" destId="{69A6E32A-93BA-4DDB-8304-858EF62A50E5}" srcOrd="2" destOrd="0" parTransId="{3EF934A3-249B-4B40-A05C-CCBFDC78C113}" sibTransId="{A64063B2-DAC4-4043-950C-709AA3F11E52}"/>
    <dgm:cxn modelId="{B735E91C-0041-4CFF-8606-89C2612AF91C}" type="presParOf" srcId="{BEFD4C05-BB00-4479-A923-31B4E590970C}" destId="{AC235B1F-EA17-4C55-99C9-0BC912E2A69B}" srcOrd="0" destOrd="0" presId="urn:microsoft.com/office/officeart/2018/2/layout/IconLabelList"/>
    <dgm:cxn modelId="{F21CBE35-CD54-457B-8172-4A1C9DB9B8D1}" type="presParOf" srcId="{AC235B1F-EA17-4C55-99C9-0BC912E2A69B}" destId="{93A2E422-A303-4E44-803E-9F0543268E38}" srcOrd="0" destOrd="0" presId="urn:microsoft.com/office/officeart/2018/2/layout/IconLabelList"/>
    <dgm:cxn modelId="{18ACA81F-A4ED-4BD2-8C44-63D282F0CC55}" type="presParOf" srcId="{AC235B1F-EA17-4C55-99C9-0BC912E2A69B}" destId="{5C7E89AE-1A2B-41FB-B47A-CEF2E04E4F87}" srcOrd="1" destOrd="0" presId="urn:microsoft.com/office/officeart/2018/2/layout/IconLabelList"/>
    <dgm:cxn modelId="{FC69640F-ACDC-4577-B66A-8B418219615D}" type="presParOf" srcId="{AC235B1F-EA17-4C55-99C9-0BC912E2A69B}" destId="{6D8BD6D3-372B-40A7-BDFD-6E84AC5504AC}" srcOrd="2" destOrd="0" presId="urn:microsoft.com/office/officeart/2018/2/layout/IconLabelList"/>
    <dgm:cxn modelId="{06D84856-E807-4CC5-920B-456DECD63AF1}" type="presParOf" srcId="{BEFD4C05-BB00-4479-A923-31B4E590970C}" destId="{E468380E-6982-40C0-9294-0DE0C3DB4631}" srcOrd="1" destOrd="0" presId="urn:microsoft.com/office/officeart/2018/2/layout/IconLabelList"/>
    <dgm:cxn modelId="{833CC1BF-6B82-470E-81AB-AFD9D328C33D}" type="presParOf" srcId="{BEFD4C05-BB00-4479-A923-31B4E590970C}" destId="{2A916A17-7C98-4E1D-A56E-29368A4D7899}" srcOrd="2" destOrd="0" presId="urn:microsoft.com/office/officeart/2018/2/layout/IconLabelList"/>
    <dgm:cxn modelId="{D62230F8-5923-4CF7-8620-123187825FD2}" type="presParOf" srcId="{2A916A17-7C98-4E1D-A56E-29368A4D7899}" destId="{68735C6A-17CE-403A-9522-3CF253EE7FDA}" srcOrd="0" destOrd="0" presId="urn:microsoft.com/office/officeart/2018/2/layout/IconLabelList"/>
    <dgm:cxn modelId="{A82DF256-BD9A-43D9-9F3C-08BBB95911A8}" type="presParOf" srcId="{2A916A17-7C98-4E1D-A56E-29368A4D7899}" destId="{847F0EBB-288F-4385-AE61-2D11A2AEE278}" srcOrd="1" destOrd="0" presId="urn:microsoft.com/office/officeart/2018/2/layout/IconLabelList"/>
    <dgm:cxn modelId="{D91F934A-4962-47FA-95D3-5F3C1410021C}" type="presParOf" srcId="{2A916A17-7C98-4E1D-A56E-29368A4D7899}" destId="{43C5A28A-D130-4669-A851-567946080910}" srcOrd="2" destOrd="0" presId="urn:microsoft.com/office/officeart/2018/2/layout/IconLabelList"/>
    <dgm:cxn modelId="{B4085FB2-E274-4FF2-AB1F-A1EBAFC0E6D9}" type="presParOf" srcId="{BEFD4C05-BB00-4479-A923-31B4E590970C}" destId="{5AABD82F-BCC5-4D1A-946E-EC7E6185D7E7}" srcOrd="3" destOrd="0" presId="urn:microsoft.com/office/officeart/2018/2/layout/IconLabelList"/>
    <dgm:cxn modelId="{C468F4BA-A1D4-4B09-ABBA-B1361D20489F}" type="presParOf" srcId="{BEFD4C05-BB00-4479-A923-31B4E590970C}" destId="{F8AFB160-4164-4AE0-96F0-C1AF526EB52B}" srcOrd="4" destOrd="0" presId="urn:microsoft.com/office/officeart/2018/2/layout/IconLabelList"/>
    <dgm:cxn modelId="{7F0D17B1-DD35-4045-9B53-3B64358C273D}" type="presParOf" srcId="{F8AFB160-4164-4AE0-96F0-C1AF526EB52B}" destId="{A56450FC-CFD2-480B-9373-B376C8E93D06}" srcOrd="0" destOrd="0" presId="urn:microsoft.com/office/officeart/2018/2/layout/IconLabelList"/>
    <dgm:cxn modelId="{79B065AB-826D-4E24-989F-404929E51816}" type="presParOf" srcId="{F8AFB160-4164-4AE0-96F0-C1AF526EB52B}" destId="{01B20383-6281-48C4-A32A-9A02B2FF7CC0}" srcOrd="1" destOrd="0" presId="urn:microsoft.com/office/officeart/2018/2/layout/IconLabelList"/>
    <dgm:cxn modelId="{A08947F1-A491-425B-BA6A-7040F219A13F}" type="presParOf" srcId="{F8AFB160-4164-4AE0-96F0-C1AF526EB52B}" destId="{71F94409-7BBF-4C87-BD86-EC9699452ED3}" srcOrd="2" destOrd="0" presId="urn:microsoft.com/office/officeart/2018/2/layout/IconLabelList"/>
    <dgm:cxn modelId="{AE8ABFD5-E0A8-40F7-A576-B7380DD92EFF}" type="presParOf" srcId="{BEFD4C05-BB00-4479-A923-31B4E590970C}" destId="{FCFCC101-2375-44E8-84BF-F3F979A3FCD7}" srcOrd="5" destOrd="0" presId="urn:microsoft.com/office/officeart/2018/2/layout/IconLabelList"/>
    <dgm:cxn modelId="{36AA656D-E073-4C40-A57D-518398B49CF4}" type="presParOf" srcId="{BEFD4C05-BB00-4479-A923-31B4E590970C}" destId="{69958CEA-7988-4BA1-8938-9C4389D8C33D}" srcOrd="6" destOrd="0" presId="urn:microsoft.com/office/officeart/2018/2/layout/IconLabelList"/>
    <dgm:cxn modelId="{7302377F-BEDF-4E4C-B876-69C116FD6053}" type="presParOf" srcId="{69958CEA-7988-4BA1-8938-9C4389D8C33D}" destId="{04B378D9-2E41-49E7-8EB5-BF65373CFD1F}" srcOrd="0" destOrd="0" presId="urn:microsoft.com/office/officeart/2018/2/layout/IconLabelList"/>
    <dgm:cxn modelId="{4D28ECDD-6F65-400C-95D2-CB7ACECA1360}" type="presParOf" srcId="{69958CEA-7988-4BA1-8938-9C4389D8C33D}" destId="{A9D14D16-8974-4C53-92A0-EA284B11A118}" srcOrd="1" destOrd="0" presId="urn:microsoft.com/office/officeart/2018/2/layout/IconLabelList"/>
    <dgm:cxn modelId="{3ACC8B23-E7CE-49A3-A6E2-10E14C3801AD}" type="presParOf" srcId="{69958CEA-7988-4BA1-8938-9C4389D8C33D}" destId="{94412387-3E5A-44B7-98B8-D1C183440D5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6EB6AA2-D0A1-4973-B702-6A1614806ADE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12F7D15-70D4-4ABF-917F-C99344A42E1C}">
      <dgm:prSet/>
      <dgm:spPr/>
      <dgm:t>
        <a:bodyPr/>
        <a:lstStyle/>
        <a:p>
          <a:r>
            <a:rPr lang="en-US"/>
            <a:t>A version control system</a:t>
          </a:r>
        </a:p>
      </dgm:t>
    </dgm:pt>
    <dgm:pt modelId="{46B17ED1-7B89-41AC-91DB-DAF9EBFD9CCC}" type="parTrans" cxnId="{AF9623B6-A95C-42C7-8157-C76BE3861B50}">
      <dgm:prSet/>
      <dgm:spPr/>
      <dgm:t>
        <a:bodyPr/>
        <a:lstStyle/>
        <a:p>
          <a:endParaRPr lang="en-US"/>
        </a:p>
      </dgm:t>
    </dgm:pt>
    <dgm:pt modelId="{6037222E-4E8E-4A82-A764-4D56BC93D387}" type="sibTrans" cxnId="{AF9623B6-A95C-42C7-8157-C76BE3861B50}">
      <dgm:prSet/>
      <dgm:spPr/>
      <dgm:t>
        <a:bodyPr/>
        <a:lstStyle/>
        <a:p>
          <a:endParaRPr lang="en-US"/>
        </a:p>
      </dgm:t>
    </dgm:pt>
    <dgm:pt modelId="{790E8C15-6DB0-4E27-A8A4-E2FCC156A0C5}">
      <dgm:prSet/>
      <dgm:spPr/>
      <dgm:t>
        <a:bodyPr/>
        <a:lstStyle/>
        <a:p>
          <a:r>
            <a:rPr lang="en-US"/>
            <a:t>Developed by Linus Torvald in 2005</a:t>
          </a:r>
        </a:p>
      </dgm:t>
    </dgm:pt>
    <dgm:pt modelId="{8F4DED71-2894-4196-BE60-53346AAB84A7}" type="parTrans" cxnId="{822D72D2-B1D2-433D-BC3F-51F2F71457FC}">
      <dgm:prSet/>
      <dgm:spPr/>
      <dgm:t>
        <a:bodyPr/>
        <a:lstStyle/>
        <a:p>
          <a:endParaRPr lang="en-US"/>
        </a:p>
      </dgm:t>
    </dgm:pt>
    <dgm:pt modelId="{D7104A8F-85FF-47F9-A748-D97FFC7D6BF0}" type="sibTrans" cxnId="{822D72D2-B1D2-433D-BC3F-51F2F71457FC}">
      <dgm:prSet/>
      <dgm:spPr/>
      <dgm:t>
        <a:bodyPr/>
        <a:lstStyle/>
        <a:p>
          <a:endParaRPr lang="en-US"/>
        </a:p>
      </dgm:t>
    </dgm:pt>
    <dgm:pt modelId="{B298989E-C1EF-47BC-BD12-177F1770BA0F}">
      <dgm:prSet/>
      <dgm:spPr/>
      <dgm:t>
        <a:bodyPr/>
        <a:lstStyle/>
        <a:p>
          <a:r>
            <a:rPr lang="en-US"/>
            <a:t>Cross-platfrom</a:t>
          </a:r>
        </a:p>
      </dgm:t>
    </dgm:pt>
    <dgm:pt modelId="{0B2EBDF7-0066-4F32-BD0A-F34D1EC56356}" type="parTrans" cxnId="{133777B7-DCD2-4509-ABB7-7F3BC64426DF}">
      <dgm:prSet/>
      <dgm:spPr/>
      <dgm:t>
        <a:bodyPr/>
        <a:lstStyle/>
        <a:p>
          <a:endParaRPr lang="en-US"/>
        </a:p>
      </dgm:t>
    </dgm:pt>
    <dgm:pt modelId="{E637FB3F-C168-47CC-A599-617F675B21D1}" type="sibTrans" cxnId="{133777B7-DCD2-4509-ABB7-7F3BC64426DF}">
      <dgm:prSet/>
      <dgm:spPr/>
      <dgm:t>
        <a:bodyPr/>
        <a:lstStyle/>
        <a:p>
          <a:endParaRPr lang="en-US"/>
        </a:p>
      </dgm:t>
    </dgm:pt>
    <dgm:pt modelId="{F4E22A80-DF66-4E5E-ABD9-54058315001F}">
      <dgm:prSet/>
      <dgm:spPr/>
      <dgm:t>
        <a:bodyPr/>
        <a:lstStyle/>
        <a:p>
          <a:r>
            <a:rPr lang="en-US"/>
            <a:t>Open source , free</a:t>
          </a:r>
        </a:p>
      </dgm:t>
    </dgm:pt>
    <dgm:pt modelId="{8C07A898-9B0E-4BD2-9A03-2CA100DDDD80}" type="parTrans" cxnId="{9C56A4B3-F15E-4A0D-9388-CFD4EE3DBEC8}">
      <dgm:prSet/>
      <dgm:spPr/>
      <dgm:t>
        <a:bodyPr/>
        <a:lstStyle/>
        <a:p>
          <a:endParaRPr lang="en-US"/>
        </a:p>
      </dgm:t>
    </dgm:pt>
    <dgm:pt modelId="{AE52EAAD-DA09-48CA-B208-7F9C5DC064BA}" type="sibTrans" cxnId="{9C56A4B3-F15E-4A0D-9388-CFD4EE3DBEC8}">
      <dgm:prSet/>
      <dgm:spPr/>
      <dgm:t>
        <a:bodyPr/>
        <a:lstStyle/>
        <a:p>
          <a:endParaRPr lang="en-US"/>
        </a:p>
      </dgm:t>
    </dgm:pt>
    <dgm:pt modelId="{0F5A1724-6359-4ACA-866E-55789D5C96E2}" type="pres">
      <dgm:prSet presAssocID="{66EB6AA2-D0A1-4973-B702-6A1614806ADE}" presName="root" presStyleCnt="0">
        <dgm:presLayoutVars>
          <dgm:dir/>
          <dgm:resizeHandles val="exact"/>
        </dgm:presLayoutVars>
      </dgm:prSet>
      <dgm:spPr/>
    </dgm:pt>
    <dgm:pt modelId="{A7CD4B07-0533-4A05-B4BB-CF0488DDD364}" type="pres">
      <dgm:prSet presAssocID="{F12F7D15-70D4-4ABF-917F-C99344A42E1C}" presName="compNode" presStyleCnt="0"/>
      <dgm:spPr/>
    </dgm:pt>
    <dgm:pt modelId="{0014CE3C-C03F-43A6-BD12-D3B010B6669D}" type="pres">
      <dgm:prSet presAssocID="{F12F7D15-70D4-4ABF-917F-C99344A42E1C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AAB04FF0-F522-480B-A646-ABCA91C0CDAD}" type="pres">
      <dgm:prSet presAssocID="{F12F7D15-70D4-4ABF-917F-C99344A42E1C}" presName="spaceRect" presStyleCnt="0"/>
      <dgm:spPr/>
    </dgm:pt>
    <dgm:pt modelId="{AAA09AF2-9BAE-4186-B773-3A72D6796C09}" type="pres">
      <dgm:prSet presAssocID="{F12F7D15-70D4-4ABF-917F-C99344A42E1C}" presName="textRect" presStyleLbl="revTx" presStyleIdx="0" presStyleCnt="4">
        <dgm:presLayoutVars>
          <dgm:chMax val="1"/>
          <dgm:chPref val="1"/>
        </dgm:presLayoutVars>
      </dgm:prSet>
      <dgm:spPr/>
    </dgm:pt>
    <dgm:pt modelId="{2F318738-29D2-4052-B1D5-8FE1744D74DC}" type="pres">
      <dgm:prSet presAssocID="{6037222E-4E8E-4A82-A764-4D56BC93D387}" presName="sibTrans" presStyleCnt="0"/>
      <dgm:spPr/>
    </dgm:pt>
    <dgm:pt modelId="{A306EE89-43F9-42D1-8DC7-3BE07F1C2BCA}" type="pres">
      <dgm:prSet presAssocID="{790E8C15-6DB0-4E27-A8A4-E2FCC156A0C5}" presName="compNode" presStyleCnt="0"/>
      <dgm:spPr/>
    </dgm:pt>
    <dgm:pt modelId="{A193CCE0-9665-4D6C-AA38-E43C9AB9D43A}" type="pres">
      <dgm:prSet presAssocID="{790E8C15-6DB0-4E27-A8A4-E2FCC156A0C5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keleton"/>
        </a:ext>
      </dgm:extLst>
    </dgm:pt>
    <dgm:pt modelId="{37520567-4E96-465F-A317-C842EE1B9850}" type="pres">
      <dgm:prSet presAssocID="{790E8C15-6DB0-4E27-A8A4-E2FCC156A0C5}" presName="spaceRect" presStyleCnt="0"/>
      <dgm:spPr/>
    </dgm:pt>
    <dgm:pt modelId="{4CCF10E9-E0CF-4366-BA25-BC4EEE779841}" type="pres">
      <dgm:prSet presAssocID="{790E8C15-6DB0-4E27-A8A4-E2FCC156A0C5}" presName="textRect" presStyleLbl="revTx" presStyleIdx="1" presStyleCnt="4">
        <dgm:presLayoutVars>
          <dgm:chMax val="1"/>
          <dgm:chPref val="1"/>
        </dgm:presLayoutVars>
      </dgm:prSet>
      <dgm:spPr/>
    </dgm:pt>
    <dgm:pt modelId="{03DDA8F1-584D-4992-AD95-853AC904453E}" type="pres">
      <dgm:prSet presAssocID="{D7104A8F-85FF-47F9-A748-D97FFC7D6BF0}" presName="sibTrans" presStyleCnt="0"/>
      <dgm:spPr/>
    </dgm:pt>
    <dgm:pt modelId="{DAAF12B8-F5D1-477D-A0F7-C65CD8513DBF}" type="pres">
      <dgm:prSet presAssocID="{B298989E-C1EF-47BC-BD12-177F1770BA0F}" presName="compNode" presStyleCnt="0"/>
      <dgm:spPr/>
    </dgm:pt>
    <dgm:pt modelId="{C2CF6FCE-E6BD-4206-B2AF-15AA0BF2ED50}" type="pres">
      <dgm:prSet presAssocID="{B298989E-C1EF-47BC-BD12-177F1770BA0F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vron Arrows"/>
        </a:ext>
      </dgm:extLst>
    </dgm:pt>
    <dgm:pt modelId="{C6885443-93EA-436C-89DC-E0EA2411AC25}" type="pres">
      <dgm:prSet presAssocID="{B298989E-C1EF-47BC-BD12-177F1770BA0F}" presName="spaceRect" presStyleCnt="0"/>
      <dgm:spPr/>
    </dgm:pt>
    <dgm:pt modelId="{8E839226-AEC1-47E6-B400-732A477EADCA}" type="pres">
      <dgm:prSet presAssocID="{B298989E-C1EF-47BC-BD12-177F1770BA0F}" presName="textRect" presStyleLbl="revTx" presStyleIdx="2" presStyleCnt="4">
        <dgm:presLayoutVars>
          <dgm:chMax val="1"/>
          <dgm:chPref val="1"/>
        </dgm:presLayoutVars>
      </dgm:prSet>
      <dgm:spPr/>
    </dgm:pt>
    <dgm:pt modelId="{8A3A6DB3-0157-40D9-8215-86513FB573AB}" type="pres">
      <dgm:prSet presAssocID="{E637FB3F-C168-47CC-A599-617F675B21D1}" presName="sibTrans" presStyleCnt="0"/>
      <dgm:spPr/>
    </dgm:pt>
    <dgm:pt modelId="{C638AD9D-DB48-4B43-BA13-16C43AC76826}" type="pres">
      <dgm:prSet presAssocID="{F4E22A80-DF66-4E5E-ABD9-54058315001F}" presName="compNode" presStyleCnt="0"/>
      <dgm:spPr/>
    </dgm:pt>
    <dgm:pt modelId="{803A50E9-6011-4CAA-86FE-219BCA79C839}" type="pres">
      <dgm:prSet presAssocID="{F4E22A80-DF66-4E5E-ABD9-54058315001F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o sign"/>
        </a:ext>
      </dgm:extLst>
    </dgm:pt>
    <dgm:pt modelId="{447FCB27-155D-4ACA-A114-1D0C2CBFF899}" type="pres">
      <dgm:prSet presAssocID="{F4E22A80-DF66-4E5E-ABD9-54058315001F}" presName="spaceRect" presStyleCnt="0"/>
      <dgm:spPr/>
    </dgm:pt>
    <dgm:pt modelId="{B9BD843B-289A-4347-B123-AF213921B9F6}" type="pres">
      <dgm:prSet presAssocID="{F4E22A80-DF66-4E5E-ABD9-54058315001F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64CB0E7E-4C46-4E12-ABA3-6DBBF62CB9FF}" type="presOf" srcId="{F12F7D15-70D4-4ABF-917F-C99344A42E1C}" destId="{AAA09AF2-9BAE-4186-B773-3A72D6796C09}" srcOrd="0" destOrd="0" presId="urn:microsoft.com/office/officeart/2018/2/layout/IconLabelList"/>
    <dgm:cxn modelId="{F4D65F89-B859-4069-BF74-9A140C4749B6}" type="presOf" srcId="{66EB6AA2-D0A1-4973-B702-6A1614806ADE}" destId="{0F5A1724-6359-4ACA-866E-55789D5C96E2}" srcOrd="0" destOrd="0" presId="urn:microsoft.com/office/officeart/2018/2/layout/IconLabelList"/>
    <dgm:cxn modelId="{9C56A4B3-F15E-4A0D-9388-CFD4EE3DBEC8}" srcId="{66EB6AA2-D0A1-4973-B702-6A1614806ADE}" destId="{F4E22A80-DF66-4E5E-ABD9-54058315001F}" srcOrd="3" destOrd="0" parTransId="{8C07A898-9B0E-4BD2-9A03-2CA100DDDD80}" sibTransId="{AE52EAAD-DA09-48CA-B208-7F9C5DC064BA}"/>
    <dgm:cxn modelId="{AF9623B6-A95C-42C7-8157-C76BE3861B50}" srcId="{66EB6AA2-D0A1-4973-B702-6A1614806ADE}" destId="{F12F7D15-70D4-4ABF-917F-C99344A42E1C}" srcOrd="0" destOrd="0" parTransId="{46B17ED1-7B89-41AC-91DB-DAF9EBFD9CCC}" sibTransId="{6037222E-4E8E-4A82-A764-4D56BC93D387}"/>
    <dgm:cxn modelId="{133777B7-DCD2-4509-ABB7-7F3BC64426DF}" srcId="{66EB6AA2-D0A1-4973-B702-6A1614806ADE}" destId="{B298989E-C1EF-47BC-BD12-177F1770BA0F}" srcOrd="2" destOrd="0" parTransId="{0B2EBDF7-0066-4F32-BD0A-F34D1EC56356}" sibTransId="{E637FB3F-C168-47CC-A599-617F675B21D1}"/>
    <dgm:cxn modelId="{224BE7CF-B5F9-4BE7-AFD3-CC596B23F5A5}" type="presOf" srcId="{790E8C15-6DB0-4E27-A8A4-E2FCC156A0C5}" destId="{4CCF10E9-E0CF-4366-BA25-BC4EEE779841}" srcOrd="0" destOrd="0" presId="urn:microsoft.com/office/officeart/2018/2/layout/IconLabelList"/>
    <dgm:cxn modelId="{822D72D2-B1D2-433D-BC3F-51F2F71457FC}" srcId="{66EB6AA2-D0A1-4973-B702-6A1614806ADE}" destId="{790E8C15-6DB0-4E27-A8A4-E2FCC156A0C5}" srcOrd="1" destOrd="0" parTransId="{8F4DED71-2894-4196-BE60-53346AAB84A7}" sibTransId="{D7104A8F-85FF-47F9-A748-D97FFC7D6BF0}"/>
    <dgm:cxn modelId="{8B8279D9-0050-440A-83DF-0966ED0AEE3C}" type="presOf" srcId="{F4E22A80-DF66-4E5E-ABD9-54058315001F}" destId="{B9BD843B-289A-4347-B123-AF213921B9F6}" srcOrd="0" destOrd="0" presId="urn:microsoft.com/office/officeart/2018/2/layout/IconLabelList"/>
    <dgm:cxn modelId="{2D01E6F2-60B7-4975-B1C0-E7C6854831B6}" type="presOf" srcId="{B298989E-C1EF-47BC-BD12-177F1770BA0F}" destId="{8E839226-AEC1-47E6-B400-732A477EADCA}" srcOrd="0" destOrd="0" presId="urn:microsoft.com/office/officeart/2018/2/layout/IconLabelList"/>
    <dgm:cxn modelId="{89A75F13-7100-41F1-8A0C-B7DE592C7C46}" type="presParOf" srcId="{0F5A1724-6359-4ACA-866E-55789D5C96E2}" destId="{A7CD4B07-0533-4A05-B4BB-CF0488DDD364}" srcOrd="0" destOrd="0" presId="urn:microsoft.com/office/officeart/2018/2/layout/IconLabelList"/>
    <dgm:cxn modelId="{9128CFD3-E34C-4399-B893-EA85FBEB3593}" type="presParOf" srcId="{A7CD4B07-0533-4A05-B4BB-CF0488DDD364}" destId="{0014CE3C-C03F-43A6-BD12-D3B010B6669D}" srcOrd="0" destOrd="0" presId="urn:microsoft.com/office/officeart/2018/2/layout/IconLabelList"/>
    <dgm:cxn modelId="{13B61E57-CFC4-4151-B181-12E327989DA6}" type="presParOf" srcId="{A7CD4B07-0533-4A05-B4BB-CF0488DDD364}" destId="{AAB04FF0-F522-480B-A646-ABCA91C0CDAD}" srcOrd="1" destOrd="0" presId="urn:microsoft.com/office/officeart/2018/2/layout/IconLabelList"/>
    <dgm:cxn modelId="{39A47DD7-E523-4189-8FBA-13C5F0F722B3}" type="presParOf" srcId="{A7CD4B07-0533-4A05-B4BB-CF0488DDD364}" destId="{AAA09AF2-9BAE-4186-B773-3A72D6796C09}" srcOrd="2" destOrd="0" presId="urn:microsoft.com/office/officeart/2018/2/layout/IconLabelList"/>
    <dgm:cxn modelId="{DF0909D0-1AAC-4E44-8E99-BE754BFDCB09}" type="presParOf" srcId="{0F5A1724-6359-4ACA-866E-55789D5C96E2}" destId="{2F318738-29D2-4052-B1D5-8FE1744D74DC}" srcOrd="1" destOrd="0" presId="urn:microsoft.com/office/officeart/2018/2/layout/IconLabelList"/>
    <dgm:cxn modelId="{5399090D-6310-48D7-B8C2-695E2488F3D4}" type="presParOf" srcId="{0F5A1724-6359-4ACA-866E-55789D5C96E2}" destId="{A306EE89-43F9-42D1-8DC7-3BE07F1C2BCA}" srcOrd="2" destOrd="0" presId="urn:microsoft.com/office/officeart/2018/2/layout/IconLabelList"/>
    <dgm:cxn modelId="{6CC6B1D5-8FA5-4578-B3BD-D22B9E3A305A}" type="presParOf" srcId="{A306EE89-43F9-42D1-8DC7-3BE07F1C2BCA}" destId="{A193CCE0-9665-4D6C-AA38-E43C9AB9D43A}" srcOrd="0" destOrd="0" presId="urn:microsoft.com/office/officeart/2018/2/layout/IconLabelList"/>
    <dgm:cxn modelId="{24CDBDE0-1835-48E4-A01A-7B8A9EA4D63B}" type="presParOf" srcId="{A306EE89-43F9-42D1-8DC7-3BE07F1C2BCA}" destId="{37520567-4E96-465F-A317-C842EE1B9850}" srcOrd="1" destOrd="0" presId="urn:microsoft.com/office/officeart/2018/2/layout/IconLabelList"/>
    <dgm:cxn modelId="{EB6E44BC-B78F-4DD1-BED4-C8D1DBCA604E}" type="presParOf" srcId="{A306EE89-43F9-42D1-8DC7-3BE07F1C2BCA}" destId="{4CCF10E9-E0CF-4366-BA25-BC4EEE779841}" srcOrd="2" destOrd="0" presId="urn:microsoft.com/office/officeart/2018/2/layout/IconLabelList"/>
    <dgm:cxn modelId="{BDB7F898-7D6C-42DE-93C4-F116A22B4752}" type="presParOf" srcId="{0F5A1724-6359-4ACA-866E-55789D5C96E2}" destId="{03DDA8F1-584D-4992-AD95-853AC904453E}" srcOrd="3" destOrd="0" presId="urn:microsoft.com/office/officeart/2018/2/layout/IconLabelList"/>
    <dgm:cxn modelId="{8DB6D9F9-8A28-4DFE-BB72-B04AACF3A397}" type="presParOf" srcId="{0F5A1724-6359-4ACA-866E-55789D5C96E2}" destId="{DAAF12B8-F5D1-477D-A0F7-C65CD8513DBF}" srcOrd="4" destOrd="0" presId="urn:microsoft.com/office/officeart/2018/2/layout/IconLabelList"/>
    <dgm:cxn modelId="{77F22257-A477-4D2D-98FC-28A65B5FFFF3}" type="presParOf" srcId="{DAAF12B8-F5D1-477D-A0F7-C65CD8513DBF}" destId="{C2CF6FCE-E6BD-4206-B2AF-15AA0BF2ED50}" srcOrd="0" destOrd="0" presId="urn:microsoft.com/office/officeart/2018/2/layout/IconLabelList"/>
    <dgm:cxn modelId="{C8072C40-DC0A-4767-A712-F39BAAE4C022}" type="presParOf" srcId="{DAAF12B8-F5D1-477D-A0F7-C65CD8513DBF}" destId="{C6885443-93EA-436C-89DC-E0EA2411AC25}" srcOrd="1" destOrd="0" presId="urn:microsoft.com/office/officeart/2018/2/layout/IconLabelList"/>
    <dgm:cxn modelId="{D35F687D-8886-4E7A-867D-AD113AB4530C}" type="presParOf" srcId="{DAAF12B8-F5D1-477D-A0F7-C65CD8513DBF}" destId="{8E839226-AEC1-47E6-B400-732A477EADCA}" srcOrd="2" destOrd="0" presId="urn:microsoft.com/office/officeart/2018/2/layout/IconLabelList"/>
    <dgm:cxn modelId="{EF47C6F5-C51F-44BF-94DD-286AF821EC24}" type="presParOf" srcId="{0F5A1724-6359-4ACA-866E-55789D5C96E2}" destId="{8A3A6DB3-0157-40D9-8215-86513FB573AB}" srcOrd="5" destOrd="0" presId="urn:microsoft.com/office/officeart/2018/2/layout/IconLabelList"/>
    <dgm:cxn modelId="{B2D28440-3EB2-4C6B-AE3E-CEC924CA3DE9}" type="presParOf" srcId="{0F5A1724-6359-4ACA-866E-55789D5C96E2}" destId="{C638AD9D-DB48-4B43-BA13-16C43AC76826}" srcOrd="6" destOrd="0" presId="urn:microsoft.com/office/officeart/2018/2/layout/IconLabelList"/>
    <dgm:cxn modelId="{225877EB-5FD6-4F47-B364-3C233A89FE67}" type="presParOf" srcId="{C638AD9D-DB48-4B43-BA13-16C43AC76826}" destId="{803A50E9-6011-4CAA-86FE-219BCA79C839}" srcOrd="0" destOrd="0" presId="urn:microsoft.com/office/officeart/2018/2/layout/IconLabelList"/>
    <dgm:cxn modelId="{E3DD6E5E-8D2D-47BB-BCD2-C48E256CF5C0}" type="presParOf" srcId="{C638AD9D-DB48-4B43-BA13-16C43AC76826}" destId="{447FCB27-155D-4ACA-A114-1D0C2CBFF899}" srcOrd="1" destOrd="0" presId="urn:microsoft.com/office/officeart/2018/2/layout/IconLabelList"/>
    <dgm:cxn modelId="{5A1353A5-29C5-488D-BCCF-CA6C74BE9002}" type="presParOf" srcId="{C638AD9D-DB48-4B43-BA13-16C43AC76826}" destId="{B9BD843B-289A-4347-B123-AF213921B9F6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1EC5CF7-385D-4785-B551-2987F02AF9C2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EFDF685B-15AC-44D4-97AE-CB0875F702F9}">
      <dgm:prSet/>
      <dgm:spPr/>
      <dgm:t>
        <a:bodyPr/>
        <a:lstStyle/>
        <a:p>
          <a:r>
            <a:rPr lang="en-US"/>
            <a:t>Keep track of changes to code</a:t>
          </a:r>
        </a:p>
      </dgm:t>
    </dgm:pt>
    <dgm:pt modelId="{700D9D93-1529-486E-A4DD-500B74F3FC65}" type="parTrans" cxnId="{330E048A-1781-4F97-A6C4-7C49D129318A}">
      <dgm:prSet/>
      <dgm:spPr/>
      <dgm:t>
        <a:bodyPr/>
        <a:lstStyle/>
        <a:p>
          <a:endParaRPr lang="en-US"/>
        </a:p>
      </dgm:t>
    </dgm:pt>
    <dgm:pt modelId="{2B482B1A-0C79-448D-8386-608BD621873F}" type="sibTrans" cxnId="{330E048A-1781-4F97-A6C4-7C49D129318A}">
      <dgm:prSet/>
      <dgm:spPr/>
      <dgm:t>
        <a:bodyPr/>
        <a:lstStyle/>
        <a:p>
          <a:endParaRPr lang="en-US"/>
        </a:p>
      </dgm:t>
    </dgm:pt>
    <dgm:pt modelId="{78636F2B-EEA6-40D3-9EB9-0EB7250410A8}">
      <dgm:prSet/>
      <dgm:spPr/>
      <dgm:t>
        <a:bodyPr/>
        <a:lstStyle/>
        <a:p>
          <a:r>
            <a:rPr lang="en-US"/>
            <a:t>Sync code between different people</a:t>
          </a:r>
        </a:p>
      </dgm:t>
    </dgm:pt>
    <dgm:pt modelId="{283968C3-1939-4138-B38E-7D561CE32355}" type="parTrans" cxnId="{0C0AEE39-A968-4C30-9718-5D47A238C1AD}">
      <dgm:prSet/>
      <dgm:spPr/>
      <dgm:t>
        <a:bodyPr/>
        <a:lstStyle/>
        <a:p>
          <a:endParaRPr lang="en-US"/>
        </a:p>
      </dgm:t>
    </dgm:pt>
    <dgm:pt modelId="{CE025274-FDF1-444D-B56E-351617566760}" type="sibTrans" cxnId="{0C0AEE39-A968-4C30-9718-5D47A238C1AD}">
      <dgm:prSet/>
      <dgm:spPr/>
      <dgm:t>
        <a:bodyPr/>
        <a:lstStyle/>
        <a:p>
          <a:endParaRPr lang="en-US"/>
        </a:p>
      </dgm:t>
    </dgm:pt>
    <dgm:pt modelId="{E87C9906-672A-46AF-87F8-84DFAFC74CA3}">
      <dgm:prSet/>
      <dgm:spPr/>
      <dgm:t>
        <a:bodyPr/>
        <a:lstStyle/>
        <a:p>
          <a:r>
            <a:rPr lang="en-US"/>
            <a:t>Test changes to code without losing original</a:t>
          </a:r>
        </a:p>
      </dgm:t>
    </dgm:pt>
    <dgm:pt modelId="{E09F5447-F525-4601-8066-82D085A5D88A}" type="parTrans" cxnId="{10E2656E-9D86-4420-9A55-FF06E7B7B4AB}">
      <dgm:prSet/>
      <dgm:spPr/>
      <dgm:t>
        <a:bodyPr/>
        <a:lstStyle/>
        <a:p>
          <a:endParaRPr lang="en-US"/>
        </a:p>
      </dgm:t>
    </dgm:pt>
    <dgm:pt modelId="{ADC4F6A3-B841-4DF0-A49F-64B3E813CFA0}" type="sibTrans" cxnId="{10E2656E-9D86-4420-9A55-FF06E7B7B4AB}">
      <dgm:prSet/>
      <dgm:spPr/>
      <dgm:t>
        <a:bodyPr/>
        <a:lstStyle/>
        <a:p>
          <a:endParaRPr lang="en-US"/>
        </a:p>
      </dgm:t>
    </dgm:pt>
    <dgm:pt modelId="{238DE3F0-98CA-4047-BB44-A50EFAD402DA}">
      <dgm:prSet/>
      <dgm:spPr/>
      <dgm:t>
        <a:bodyPr/>
        <a:lstStyle/>
        <a:p>
          <a:r>
            <a:rPr lang="en-US"/>
            <a:t>Revert back to old versions of code</a:t>
          </a:r>
        </a:p>
      </dgm:t>
    </dgm:pt>
    <dgm:pt modelId="{6BA30170-2E8C-4633-8CCB-8D4DF4172718}" type="parTrans" cxnId="{CF3170F0-AF93-4097-8855-6B4309927C66}">
      <dgm:prSet/>
      <dgm:spPr/>
      <dgm:t>
        <a:bodyPr/>
        <a:lstStyle/>
        <a:p>
          <a:endParaRPr lang="en-US"/>
        </a:p>
      </dgm:t>
    </dgm:pt>
    <dgm:pt modelId="{4331FB61-AF45-4E81-A831-24F4F911254E}" type="sibTrans" cxnId="{CF3170F0-AF93-4097-8855-6B4309927C66}">
      <dgm:prSet/>
      <dgm:spPr/>
      <dgm:t>
        <a:bodyPr/>
        <a:lstStyle/>
        <a:p>
          <a:endParaRPr lang="en-US"/>
        </a:p>
      </dgm:t>
    </dgm:pt>
    <dgm:pt modelId="{992B9CA5-CD86-4B9C-AAD2-B3DEA01AEBC8}" type="pres">
      <dgm:prSet presAssocID="{11EC5CF7-385D-4785-B551-2987F02AF9C2}" presName="root" presStyleCnt="0">
        <dgm:presLayoutVars>
          <dgm:dir/>
          <dgm:resizeHandles val="exact"/>
        </dgm:presLayoutVars>
      </dgm:prSet>
      <dgm:spPr/>
    </dgm:pt>
    <dgm:pt modelId="{E742EFE9-A6F4-4D52-909D-0D064A382FB6}" type="pres">
      <dgm:prSet presAssocID="{EFDF685B-15AC-44D4-97AE-CB0875F702F9}" presName="compNode" presStyleCnt="0"/>
      <dgm:spPr/>
    </dgm:pt>
    <dgm:pt modelId="{077FAB40-EA0A-4037-9AAD-53F50DBA9B2C}" type="pres">
      <dgm:prSet presAssocID="{EFDF685B-15AC-44D4-97AE-CB0875F702F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code"/>
        </a:ext>
      </dgm:extLst>
    </dgm:pt>
    <dgm:pt modelId="{BBCAE1AD-AFE9-498C-929E-748B05678A12}" type="pres">
      <dgm:prSet presAssocID="{EFDF685B-15AC-44D4-97AE-CB0875F702F9}" presName="spaceRect" presStyleCnt="0"/>
      <dgm:spPr/>
    </dgm:pt>
    <dgm:pt modelId="{DA22B635-255A-4394-B817-FAEB2A5A533C}" type="pres">
      <dgm:prSet presAssocID="{EFDF685B-15AC-44D4-97AE-CB0875F702F9}" presName="textRect" presStyleLbl="revTx" presStyleIdx="0" presStyleCnt="4">
        <dgm:presLayoutVars>
          <dgm:chMax val="1"/>
          <dgm:chPref val="1"/>
        </dgm:presLayoutVars>
      </dgm:prSet>
      <dgm:spPr/>
    </dgm:pt>
    <dgm:pt modelId="{D352816B-DF11-4FF0-BFB8-4F278FA9A151}" type="pres">
      <dgm:prSet presAssocID="{2B482B1A-0C79-448D-8386-608BD621873F}" presName="sibTrans" presStyleCnt="0"/>
      <dgm:spPr/>
    </dgm:pt>
    <dgm:pt modelId="{7909941D-6251-4295-B1F1-8D1516733C3D}" type="pres">
      <dgm:prSet presAssocID="{78636F2B-EEA6-40D3-9EB9-0EB7250410A8}" presName="compNode" presStyleCnt="0"/>
      <dgm:spPr/>
    </dgm:pt>
    <dgm:pt modelId="{0437576C-CDD1-4AD9-BD95-CB99A7ECFF37}" type="pres">
      <dgm:prSet presAssocID="{78636F2B-EEA6-40D3-9EB9-0EB7250410A8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257B3F4A-DFB1-4953-B97A-58FD90580829}" type="pres">
      <dgm:prSet presAssocID="{78636F2B-EEA6-40D3-9EB9-0EB7250410A8}" presName="spaceRect" presStyleCnt="0"/>
      <dgm:spPr/>
    </dgm:pt>
    <dgm:pt modelId="{D1055C53-0F72-40BD-838E-BEE13B4598F3}" type="pres">
      <dgm:prSet presAssocID="{78636F2B-EEA6-40D3-9EB9-0EB7250410A8}" presName="textRect" presStyleLbl="revTx" presStyleIdx="1" presStyleCnt="4">
        <dgm:presLayoutVars>
          <dgm:chMax val="1"/>
          <dgm:chPref val="1"/>
        </dgm:presLayoutVars>
      </dgm:prSet>
      <dgm:spPr/>
    </dgm:pt>
    <dgm:pt modelId="{C5FA50D8-6022-4F97-A9B2-EC756BBB142F}" type="pres">
      <dgm:prSet presAssocID="{CE025274-FDF1-444D-B56E-351617566760}" presName="sibTrans" presStyleCnt="0"/>
      <dgm:spPr/>
    </dgm:pt>
    <dgm:pt modelId="{1D97DAD3-6ECB-47DC-86CE-CBB8AD1EF385}" type="pres">
      <dgm:prSet presAssocID="{E87C9906-672A-46AF-87F8-84DFAFC74CA3}" presName="compNode" presStyleCnt="0"/>
      <dgm:spPr/>
    </dgm:pt>
    <dgm:pt modelId="{EF3B54AD-2A0D-4F8D-BE74-4AA358499BBD}" type="pres">
      <dgm:prSet presAssocID="{E87C9906-672A-46AF-87F8-84DFAFC74CA3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se"/>
        </a:ext>
      </dgm:extLst>
    </dgm:pt>
    <dgm:pt modelId="{50B49DD2-7B88-49E4-9F76-F3B2CB2F53FC}" type="pres">
      <dgm:prSet presAssocID="{E87C9906-672A-46AF-87F8-84DFAFC74CA3}" presName="spaceRect" presStyleCnt="0"/>
      <dgm:spPr/>
    </dgm:pt>
    <dgm:pt modelId="{0F9F54CD-2746-48FD-B861-B568B9CF3151}" type="pres">
      <dgm:prSet presAssocID="{E87C9906-672A-46AF-87F8-84DFAFC74CA3}" presName="textRect" presStyleLbl="revTx" presStyleIdx="2" presStyleCnt="4">
        <dgm:presLayoutVars>
          <dgm:chMax val="1"/>
          <dgm:chPref val="1"/>
        </dgm:presLayoutVars>
      </dgm:prSet>
      <dgm:spPr/>
    </dgm:pt>
    <dgm:pt modelId="{9D7B8184-7B7E-427C-A984-99ACCAC142A8}" type="pres">
      <dgm:prSet presAssocID="{ADC4F6A3-B841-4DF0-A49F-64B3E813CFA0}" presName="sibTrans" presStyleCnt="0"/>
      <dgm:spPr/>
    </dgm:pt>
    <dgm:pt modelId="{9A936947-1F4C-4A4E-9E47-A9AB4EDEF220}" type="pres">
      <dgm:prSet presAssocID="{238DE3F0-98CA-4047-BB44-A50EFAD402DA}" presName="compNode" presStyleCnt="0"/>
      <dgm:spPr/>
    </dgm:pt>
    <dgm:pt modelId="{0AE9E085-F25F-41A7-B14B-0234D8B94A6A}" type="pres">
      <dgm:prSet presAssocID="{238DE3F0-98CA-4047-BB44-A50EFAD402DA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ne Arrow: U-turn"/>
        </a:ext>
      </dgm:extLst>
    </dgm:pt>
    <dgm:pt modelId="{9B7C2E63-5BC3-418D-8D18-C0B63190D9DA}" type="pres">
      <dgm:prSet presAssocID="{238DE3F0-98CA-4047-BB44-A50EFAD402DA}" presName="spaceRect" presStyleCnt="0"/>
      <dgm:spPr/>
    </dgm:pt>
    <dgm:pt modelId="{A290EC67-4CD8-4581-95DE-097F11CDA7E3}" type="pres">
      <dgm:prSet presAssocID="{238DE3F0-98CA-4047-BB44-A50EFAD402DA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40444039-B632-4836-8F24-991F4B9892B0}" type="presOf" srcId="{238DE3F0-98CA-4047-BB44-A50EFAD402DA}" destId="{A290EC67-4CD8-4581-95DE-097F11CDA7E3}" srcOrd="0" destOrd="0" presId="urn:microsoft.com/office/officeart/2018/2/layout/IconLabelList"/>
    <dgm:cxn modelId="{0C0AEE39-A968-4C30-9718-5D47A238C1AD}" srcId="{11EC5CF7-385D-4785-B551-2987F02AF9C2}" destId="{78636F2B-EEA6-40D3-9EB9-0EB7250410A8}" srcOrd="1" destOrd="0" parTransId="{283968C3-1939-4138-B38E-7D561CE32355}" sibTransId="{CE025274-FDF1-444D-B56E-351617566760}"/>
    <dgm:cxn modelId="{10E2656E-9D86-4420-9A55-FF06E7B7B4AB}" srcId="{11EC5CF7-385D-4785-B551-2987F02AF9C2}" destId="{E87C9906-672A-46AF-87F8-84DFAFC74CA3}" srcOrd="2" destOrd="0" parTransId="{E09F5447-F525-4601-8066-82D085A5D88A}" sibTransId="{ADC4F6A3-B841-4DF0-A49F-64B3E813CFA0}"/>
    <dgm:cxn modelId="{0769604F-C0BD-440E-B2C1-D2B0193411C5}" type="presOf" srcId="{11EC5CF7-385D-4785-B551-2987F02AF9C2}" destId="{992B9CA5-CD86-4B9C-AAD2-B3DEA01AEBC8}" srcOrd="0" destOrd="0" presId="urn:microsoft.com/office/officeart/2018/2/layout/IconLabelList"/>
    <dgm:cxn modelId="{4111B379-2BD5-4EE7-8136-E4C2F79894DD}" type="presOf" srcId="{78636F2B-EEA6-40D3-9EB9-0EB7250410A8}" destId="{D1055C53-0F72-40BD-838E-BEE13B4598F3}" srcOrd="0" destOrd="0" presId="urn:microsoft.com/office/officeart/2018/2/layout/IconLabelList"/>
    <dgm:cxn modelId="{330E048A-1781-4F97-A6C4-7C49D129318A}" srcId="{11EC5CF7-385D-4785-B551-2987F02AF9C2}" destId="{EFDF685B-15AC-44D4-97AE-CB0875F702F9}" srcOrd="0" destOrd="0" parTransId="{700D9D93-1529-486E-A4DD-500B74F3FC65}" sibTransId="{2B482B1A-0C79-448D-8386-608BD621873F}"/>
    <dgm:cxn modelId="{9BA14AB6-E9BD-4B87-ADB9-29718CB1F8BB}" type="presOf" srcId="{EFDF685B-15AC-44D4-97AE-CB0875F702F9}" destId="{DA22B635-255A-4394-B817-FAEB2A5A533C}" srcOrd="0" destOrd="0" presId="urn:microsoft.com/office/officeart/2018/2/layout/IconLabelList"/>
    <dgm:cxn modelId="{CF3170F0-AF93-4097-8855-6B4309927C66}" srcId="{11EC5CF7-385D-4785-B551-2987F02AF9C2}" destId="{238DE3F0-98CA-4047-BB44-A50EFAD402DA}" srcOrd="3" destOrd="0" parTransId="{6BA30170-2E8C-4633-8CCB-8D4DF4172718}" sibTransId="{4331FB61-AF45-4E81-A831-24F4F911254E}"/>
    <dgm:cxn modelId="{F2D8F3FB-796C-48B1-A8BF-27020FD04B5F}" type="presOf" srcId="{E87C9906-672A-46AF-87F8-84DFAFC74CA3}" destId="{0F9F54CD-2746-48FD-B861-B568B9CF3151}" srcOrd="0" destOrd="0" presId="urn:microsoft.com/office/officeart/2018/2/layout/IconLabelList"/>
    <dgm:cxn modelId="{3F2A7C29-EAB7-4B93-8736-DF7819B2250F}" type="presParOf" srcId="{992B9CA5-CD86-4B9C-AAD2-B3DEA01AEBC8}" destId="{E742EFE9-A6F4-4D52-909D-0D064A382FB6}" srcOrd="0" destOrd="0" presId="urn:microsoft.com/office/officeart/2018/2/layout/IconLabelList"/>
    <dgm:cxn modelId="{C6FC7EE7-2D64-43E6-B80B-EAC4F5BE3B2F}" type="presParOf" srcId="{E742EFE9-A6F4-4D52-909D-0D064A382FB6}" destId="{077FAB40-EA0A-4037-9AAD-53F50DBA9B2C}" srcOrd="0" destOrd="0" presId="urn:microsoft.com/office/officeart/2018/2/layout/IconLabelList"/>
    <dgm:cxn modelId="{B47EC88B-1E96-4523-9953-82110CB8C7A0}" type="presParOf" srcId="{E742EFE9-A6F4-4D52-909D-0D064A382FB6}" destId="{BBCAE1AD-AFE9-498C-929E-748B05678A12}" srcOrd="1" destOrd="0" presId="urn:microsoft.com/office/officeart/2018/2/layout/IconLabelList"/>
    <dgm:cxn modelId="{4F1B8D6A-7E93-41E6-AD9A-31BCB5D03251}" type="presParOf" srcId="{E742EFE9-A6F4-4D52-909D-0D064A382FB6}" destId="{DA22B635-255A-4394-B817-FAEB2A5A533C}" srcOrd="2" destOrd="0" presId="urn:microsoft.com/office/officeart/2018/2/layout/IconLabelList"/>
    <dgm:cxn modelId="{16D17C2B-3C99-4541-8C13-FBB5704E8554}" type="presParOf" srcId="{992B9CA5-CD86-4B9C-AAD2-B3DEA01AEBC8}" destId="{D352816B-DF11-4FF0-BFB8-4F278FA9A151}" srcOrd="1" destOrd="0" presId="urn:microsoft.com/office/officeart/2018/2/layout/IconLabelList"/>
    <dgm:cxn modelId="{DC037D7B-D563-40A7-AD5D-84BB0520937A}" type="presParOf" srcId="{992B9CA5-CD86-4B9C-AAD2-B3DEA01AEBC8}" destId="{7909941D-6251-4295-B1F1-8D1516733C3D}" srcOrd="2" destOrd="0" presId="urn:microsoft.com/office/officeart/2018/2/layout/IconLabelList"/>
    <dgm:cxn modelId="{1E6BB21B-F0B9-4B55-80FA-B53A66D428FA}" type="presParOf" srcId="{7909941D-6251-4295-B1F1-8D1516733C3D}" destId="{0437576C-CDD1-4AD9-BD95-CB99A7ECFF37}" srcOrd="0" destOrd="0" presId="urn:microsoft.com/office/officeart/2018/2/layout/IconLabelList"/>
    <dgm:cxn modelId="{9BE18241-1B9D-4319-942C-BF29DD618E9E}" type="presParOf" srcId="{7909941D-6251-4295-B1F1-8D1516733C3D}" destId="{257B3F4A-DFB1-4953-B97A-58FD90580829}" srcOrd="1" destOrd="0" presId="urn:microsoft.com/office/officeart/2018/2/layout/IconLabelList"/>
    <dgm:cxn modelId="{E9B4C31B-0DF9-41F6-A795-2BF3534909D3}" type="presParOf" srcId="{7909941D-6251-4295-B1F1-8D1516733C3D}" destId="{D1055C53-0F72-40BD-838E-BEE13B4598F3}" srcOrd="2" destOrd="0" presId="urn:microsoft.com/office/officeart/2018/2/layout/IconLabelList"/>
    <dgm:cxn modelId="{10F540B4-E925-45A0-B039-35C547973903}" type="presParOf" srcId="{992B9CA5-CD86-4B9C-AAD2-B3DEA01AEBC8}" destId="{C5FA50D8-6022-4F97-A9B2-EC756BBB142F}" srcOrd="3" destOrd="0" presId="urn:microsoft.com/office/officeart/2018/2/layout/IconLabelList"/>
    <dgm:cxn modelId="{4CE7F20D-5576-4FFD-8272-688A57BF863D}" type="presParOf" srcId="{992B9CA5-CD86-4B9C-AAD2-B3DEA01AEBC8}" destId="{1D97DAD3-6ECB-47DC-86CE-CBB8AD1EF385}" srcOrd="4" destOrd="0" presId="urn:microsoft.com/office/officeart/2018/2/layout/IconLabelList"/>
    <dgm:cxn modelId="{05B51C5F-348E-4597-9D9E-8F6F3D601A44}" type="presParOf" srcId="{1D97DAD3-6ECB-47DC-86CE-CBB8AD1EF385}" destId="{EF3B54AD-2A0D-4F8D-BE74-4AA358499BBD}" srcOrd="0" destOrd="0" presId="urn:microsoft.com/office/officeart/2018/2/layout/IconLabelList"/>
    <dgm:cxn modelId="{778410E1-D3BA-441B-9E85-349DE4F0A0D2}" type="presParOf" srcId="{1D97DAD3-6ECB-47DC-86CE-CBB8AD1EF385}" destId="{50B49DD2-7B88-49E4-9F76-F3B2CB2F53FC}" srcOrd="1" destOrd="0" presId="urn:microsoft.com/office/officeart/2018/2/layout/IconLabelList"/>
    <dgm:cxn modelId="{4EAD5C7D-786F-42FD-846E-A3D1E61F891D}" type="presParOf" srcId="{1D97DAD3-6ECB-47DC-86CE-CBB8AD1EF385}" destId="{0F9F54CD-2746-48FD-B861-B568B9CF3151}" srcOrd="2" destOrd="0" presId="urn:microsoft.com/office/officeart/2018/2/layout/IconLabelList"/>
    <dgm:cxn modelId="{38B8F81C-B92C-46EC-B8DB-E7A1AF91201A}" type="presParOf" srcId="{992B9CA5-CD86-4B9C-AAD2-B3DEA01AEBC8}" destId="{9D7B8184-7B7E-427C-A984-99ACCAC142A8}" srcOrd="5" destOrd="0" presId="urn:microsoft.com/office/officeart/2018/2/layout/IconLabelList"/>
    <dgm:cxn modelId="{91F471E5-AC22-41F4-AD6C-3F77F011DBE7}" type="presParOf" srcId="{992B9CA5-CD86-4B9C-AAD2-B3DEA01AEBC8}" destId="{9A936947-1F4C-4A4E-9E47-A9AB4EDEF220}" srcOrd="6" destOrd="0" presId="urn:microsoft.com/office/officeart/2018/2/layout/IconLabelList"/>
    <dgm:cxn modelId="{AB817981-1EDF-4EA6-9215-BB43821D37C3}" type="presParOf" srcId="{9A936947-1F4C-4A4E-9E47-A9AB4EDEF220}" destId="{0AE9E085-F25F-41A7-B14B-0234D8B94A6A}" srcOrd="0" destOrd="0" presId="urn:microsoft.com/office/officeart/2018/2/layout/IconLabelList"/>
    <dgm:cxn modelId="{6339DCA1-9AF5-4962-B966-AC427B321890}" type="presParOf" srcId="{9A936947-1F4C-4A4E-9E47-A9AB4EDEF220}" destId="{9B7C2E63-5BC3-418D-8D18-C0B63190D9DA}" srcOrd="1" destOrd="0" presId="urn:microsoft.com/office/officeart/2018/2/layout/IconLabelList"/>
    <dgm:cxn modelId="{1F2F9667-C36A-4978-B72D-5963104BB689}" type="presParOf" srcId="{9A936947-1F4C-4A4E-9E47-A9AB4EDEF220}" destId="{A290EC67-4CD8-4581-95DE-097F11CDA7E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AE8867D-02DA-449D-941E-A965B9FAB2D0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048F375C-82A5-410F-AC88-36909FD97830}">
      <dgm:prSet/>
      <dgm:spPr/>
      <dgm:t>
        <a:bodyPr/>
        <a:lstStyle/>
        <a:p>
          <a:r>
            <a:rPr lang="en-US"/>
            <a:t>Online Git repository hosting service</a:t>
          </a:r>
        </a:p>
      </dgm:t>
    </dgm:pt>
    <dgm:pt modelId="{3C325655-2D48-4609-B1A6-ABBDE878CA19}" type="parTrans" cxnId="{5B3B9D4D-A474-457D-BAEB-F2B28EBFFD50}">
      <dgm:prSet/>
      <dgm:spPr/>
      <dgm:t>
        <a:bodyPr/>
        <a:lstStyle/>
        <a:p>
          <a:endParaRPr lang="en-US"/>
        </a:p>
      </dgm:t>
    </dgm:pt>
    <dgm:pt modelId="{2F5BCCD6-9883-488E-8BBC-32E459C7C103}" type="sibTrans" cxnId="{5B3B9D4D-A474-457D-BAEB-F2B28EBFFD50}">
      <dgm:prSet/>
      <dgm:spPr/>
      <dgm:t>
        <a:bodyPr/>
        <a:lstStyle/>
        <a:p>
          <a:endParaRPr lang="en-US"/>
        </a:p>
      </dgm:t>
    </dgm:pt>
    <dgm:pt modelId="{CFE483BF-34C2-4458-9D80-9EC286453FF3}">
      <dgm:prSet/>
      <dgm:spPr/>
      <dgm:t>
        <a:bodyPr/>
        <a:lstStyle/>
        <a:p>
          <a:r>
            <a:rPr lang="en-US"/>
            <a:t>Allows for code collaboration with anyone online</a:t>
          </a:r>
        </a:p>
      </dgm:t>
    </dgm:pt>
    <dgm:pt modelId="{D1AD41AD-AD39-4191-B715-07A1296169B6}" type="parTrans" cxnId="{95766F30-DC52-4961-9D8E-FC73656A2308}">
      <dgm:prSet/>
      <dgm:spPr/>
      <dgm:t>
        <a:bodyPr/>
        <a:lstStyle/>
        <a:p>
          <a:endParaRPr lang="en-US"/>
        </a:p>
      </dgm:t>
    </dgm:pt>
    <dgm:pt modelId="{93AD7804-FF7D-4123-8C9A-D52ECDBC4479}" type="sibTrans" cxnId="{95766F30-DC52-4961-9D8E-FC73656A2308}">
      <dgm:prSet/>
      <dgm:spPr/>
      <dgm:t>
        <a:bodyPr/>
        <a:lstStyle/>
        <a:p>
          <a:endParaRPr lang="en-US"/>
        </a:p>
      </dgm:t>
    </dgm:pt>
    <dgm:pt modelId="{8031F220-E104-4BD7-BC93-BD51562B1F09}">
      <dgm:prSet/>
      <dgm:spPr/>
      <dgm:t>
        <a:bodyPr/>
        <a:lstStyle/>
        <a:p>
          <a:r>
            <a:rPr lang="en-US"/>
            <a:t>Founded in 2008</a:t>
          </a:r>
        </a:p>
      </dgm:t>
    </dgm:pt>
    <dgm:pt modelId="{F7E87718-06AA-489E-AE16-48DA000ED91F}" type="parTrans" cxnId="{AC2CDD7E-B303-4E94-BD3E-CBB53A0BC414}">
      <dgm:prSet/>
      <dgm:spPr/>
      <dgm:t>
        <a:bodyPr/>
        <a:lstStyle/>
        <a:p>
          <a:endParaRPr lang="en-US"/>
        </a:p>
      </dgm:t>
    </dgm:pt>
    <dgm:pt modelId="{3DA6D2B2-3B2A-46C8-A8D1-050846FE8CBA}" type="sibTrans" cxnId="{AC2CDD7E-B303-4E94-BD3E-CBB53A0BC414}">
      <dgm:prSet/>
      <dgm:spPr/>
      <dgm:t>
        <a:bodyPr/>
        <a:lstStyle/>
        <a:p>
          <a:endParaRPr lang="en-US"/>
        </a:p>
      </dgm:t>
    </dgm:pt>
    <dgm:pt modelId="{D26236AA-922F-40AA-82B1-E58D3028CBC7}" type="pres">
      <dgm:prSet presAssocID="{4AE8867D-02DA-449D-941E-A965B9FAB2D0}" presName="root" presStyleCnt="0">
        <dgm:presLayoutVars>
          <dgm:dir/>
          <dgm:resizeHandles val="exact"/>
        </dgm:presLayoutVars>
      </dgm:prSet>
      <dgm:spPr/>
    </dgm:pt>
    <dgm:pt modelId="{C2A839D0-BE0E-4AD2-838B-A63A7F9B2D65}" type="pres">
      <dgm:prSet presAssocID="{048F375C-82A5-410F-AC88-36909FD97830}" presName="compNode" presStyleCnt="0"/>
      <dgm:spPr/>
    </dgm:pt>
    <dgm:pt modelId="{DAF917B5-6A77-4947-83B5-86D931C3CC54}" type="pres">
      <dgm:prSet presAssocID="{048F375C-82A5-410F-AC88-36909FD9783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49AB760-C9FD-4B41-80D6-327B0BB07D19}" type="pres">
      <dgm:prSet presAssocID="{048F375C-82A5-410F-AC88-36909FD97830}" presName="spaceRect" presStyleCnt="0"/>
      <dgm:spPr/>
    </dgm:pt>
    <dgm:pt modelId="{99A65DEC-EC1F-455B-BA57-735C27BC829B}" type="pres">
      <dgm:prSet presAssocID="{048F375C-82A5-410F-AC88-36909FD97830}" presName="textRect" presStyleLbl="revTx" presStyleIdx="0" presStyleCnt="3">
        <dgm:presLayoutVars>
          <dgm:chMax val="1"/>
          <dgm:chPref val="1"/>
        </dgm:presLayoutVars>
      </dgm:prSet>
      <dgm:spPr/>
    </dgm:pt>
    <dgm:pt modelId="{ED0835DF-EB2A-4680-A544-A77F082BFC2E}" type="pres">
      <dgm:prSet presAssocID="{2F5BCCD6-9883-488E-8BBC-32E459C7C103}" presName="sibTrans" presStyleCnt="0"/>
      <dgm:spPr/>
    </dgm:pt>
    <dgm:pt modelId="{695D0A46-5A36-464E-AE05-4084BA2D5F89}" type="pres">
      <dgm:prSet presAssocID="{CFE483BF-34C2-4458-9D80-9EC286453FF3}" presName="compNode" presStyleCnt="0"/>
      <dgm:spPr/>
    </dgm:pt>
    <dgm:pt modelId="{650D1CB3-75F8-4DEB-8414-7DA58AFA8E3D}" type="pres">
      <dgm:prSet presAssocID="{CFE483BF-34C2-4458-9D80-9EC286453FF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B0EB13BC-5CE3-4F94-88EA-D45D6EC1E2B9}" type="pres">
      <dgm:prSet presAssocID="{CFE483BF-34C2-4458-9D80-9EC286453FF3}" presName="spaceRect" presStyleCnt="0"/>
      <dgm:spPr/>
    </dgm:pt>
    <dgm:pt modelId="{2582EBCB-399C-438B-8072-5A451323792E}" type="pres">
      <dgm:prSet presAssocID="{CFE483BF-34C2-4458-9D80-9EC286453FF3}" presName="textRect" presStyleLbl="revTx" presStyleIdx="1" presStyleCnt="3">
        <dgm:presLayoutVars>
          <dgm:chMax val="1"/>
          <dgm:chPref val="1"/>
        </dgm:presLayoutVars>
      </dgm:prSet>
      <dgm:spPr/>
    </dgm:pt>
    <dgm:pt modelId="{A74AC691-D5D7-416A-AC73-F81889173476}" type="pres">
      <dgm:prSet presAssocID="{93AD7804-FF7D-4123-8C9A-D52ECDBC4479}" presName="sibTrans" presStyleCnt="0"/>
      <dgm:spPr/>
    </dgm:pt>
    <dgm:pt modelId="{B1BA8CEC-463F-4376-8740-F957E7D66398}" type="pres">
      <dgm:prSet presAssocID="{8031F220-E104-4BD7-BC93-BD51562B1F09}" presName="compNode" presStyleCnt="0"/>
      <dgm:spPr/>
    </dgm:pt>
    <dgm:pt modelId="{0CDF61ED-7C4A-47E7-8FC9-0AC160C0D288}" type="pres">
      <dgm:prSet presAssocID="{8031F220-E104-4BD7-BC93-BD51562B1F0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ity"/>
        </a:ext>
      </dgm:extLst>
    </dgm:pt>
    <dgm:pt modelId="{CC4F35A6-9244-4B63-B2C5-6FA69DB1A598}" type="pres">
      <dgm:prSet presAssocID="{8031F220-E104-4BD7-BC93-BD51562B1F09}" presName="spaceRect" presStyleCnt="0"/>
      <dgm:spPr/>
    </dgm:pt>
    <dgm:pt modelId="{0A698A4C-F64A-440F-9086-C1F1BDEA71C8}" type="pres">
      <dgm:prSet presAssocID="{8031F220-E104-4BD7-BC93-BD51562B1F0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CC052C-36EF-4C32-AF21-A5E7C5858828}" type="presOf" srcId="{8031F220-E104-4BD7-BC93-BD51562B1F09}" destId="{0A698A4C-F64A-440F-9086-C1F1BDEA71C8}" srcOrd="0" destOrd="0" presId="urn:microsoft.com/office/officeart/2018/2/layout/IconLabelList"/>
    <dgm:cxn modelId="{95766F30-DC52-4961-9D8E-FC73656A2308}" srcId="{4AE8867D-02DA-449D-941E-A965B9FAB2D0}" destId="{CFE483BF-34C2-4458-9D80-9EC286453FF3}" srcOrd="1" destOrd="0" parTransId="{D1AD41AD-AD39-4191-B715-07A1296169B6}" sibTransId="{93AD7804-FF7D-4123-8C9A-D52ECDBC4479}"/>
    <dgm:cxn modelId="{5B3B9D4D-A474-457D-BAEB-F2B28EBFFD50}" srcId="{4AE8867D-02DA-449D-941E-A965B9FAB2D0}" destId="{048F375C-82A5-410F-AC88-36909FD97830}" srcOrd="0" destOrd="0" parTransId="{3C325655-2D48-4609-B1A6-ABBDE878CA19}" sibTransId="{2F5BCCD6-9883-488E-8BBC-32E459C7C103}"/>
    <dgm:cxn modelId="{AC2CDD7E-B303-4E94-BD3E-CBB53A0BC414}" srcId="{4AE8867D-02DA-449D-941E-A965B9FAB2D0}" destId="{8031F220-E104-4BD7-BC93-BD51562B1F09}" srcOrd="2" destOrd="0" parTransId="{F7E87718-06AA-489E-AE16-48DA000ED91F}" sibTransId="{3DA6D2B2-3B2A-46C8-A8D1-050846FE8CBA}"/>
    <dgm:cxn modelId="{D57ECD81-7D85-4931-96E4-62DA68C2E4EB}" type="presOf" srcId="{4AE8867D-02DA-449D-941E-A965B9FAB2D0}" destId="{D26236AA-922F-40AA-82B1-E58D3028CBC7}" srcOrd="0" destOrd="0" presId="urn:microsoft.com/office/officeart/2018/2/layout/IconLabelList"/>
    <dgm:cxn modelId="{8DE10882-02DE-4746-8115-9ACE252C1D46}" type="presOf" srcId="{048F375C-82A5-410F-AC88-36909FD97830}" destId="{99A65DEC-EC1F-455B-BA57-735C27BC829B}" srcOrd="0" destOrd="0" presId="urn:microsoft.com/office/officeart/2018/2/layout/IconLabelList"/>
    <dgm:cxn modelId="{8DA49BDE-D8A2-4F33-9871-7AE1B61A2286}" type="presOf" srcId="{CFE483BF-34C2-4458-9D80-9EC286453FF3}" destId="{2582EBCB-399C-438B-8072-5A451323792E}" srcOrd="0" destOrd="0" presId="urn:microsoft.com/office/officeart/2018/2/layout/IconLabelList"/>
    <dgm:cxn modelId="{6EEA81E9-9918-4119-8CBD-50B27174CCAC}" type="presParOf" srcId="{D26236AA-922F-40AA-82B1-E58D3028CBC7}" destId="{C2A839D0-BE0E-4AD2-838B-A63A7F9B2D65}" srcOrd="0" destOrd="0" presId="urn:microsoft.com/office/officeart/2018/2/layout/IconLabelList"/>
    <dgm:cxn modelId="{15A547C0-E27F-4289-A4E7-F532766B55FA}" type="presParOf" srcId="{C2A839D0-BE0E-4AD2-838B-A63A7F9B2D65}" destId="{DAF917B5-6A77-4947-83B5-86D931C3CC54}" srcOrd="0" destOrd="0" presId="urn:microsoft.com/office/officeart/2018/2/layout/IconLabelList"/>
    <dgm:cxn modelId="{C115AFA4-295E-43D3-B728-43BC537BF7DA}" type="presParOf" srcId="{C2A839D0-BE0E-4AD2-838B-A63A7F9B2D65}" destId="{049AB760-C9FD-4B41-80D6-327B0BB07D19}" srcOrd="1" destOrd="0" presId="urn:microsoft.com/office/officeart/2018/2/layout/IconLabelList"/>
    <dgm:cxn modelId="{F891A932-A191-4F8E-B8EA-0994D67A9F4A}" type="presParOf" srcId="{C2A839D0-BE0E-4AD2-838B-A63A7F9B2D65}" destId="{99A65DEC-EC1F-455B-BA57-735C27BC829B}" srcOrd="2" destOrd="0" presId="urn:microsoft.com/office/officeart/2018/2/layout/IconLabelList"/>
    <dgm:cxn modelId="{D74DE56D-7218-4259-96D0-CFDCBDEC069E}" type="presParOf" srcId="{D26236AA-922F-40AA-82B1-E58D3028CBC7}" destId="{ED0835DF-EB2A-4680-A544-A77F082BFC2E}" srcOrd="1" destOrd="0" presId="urn:microsoft.com/office/officeart/2018/2/layout/IconLabelList"/>
    <dgm:cxn modelId="{8F7A16A2-80D3-477B-8BC6-374219187B94}" type="presParOf" srcId="{D26236AA-922F-40AA-82B1-E58D3028CBC7}" destId="{695D0A46-5A36-464E-AE05-4084BA2D5F89}" srcOrd="2" destOrd="0" presId="urn:microsoft.com/office/officeart/2018/2/layout/IconLabelList"/>
    <dgm:cxn modelId="{EA523787-D69E-4588-B001-051AB04F728B}" type="presParOf" srcId="{695D0A46-5A36-464E-AE05-4084BA2D5F89}" destId="{650D1CB3-75F8-4DEB-8414-7DA58AFA8E3D}" srcOrd="0" destOrd="0" presId="urn:microsoft.com/office/officeart/2018/2/layout/IconLabelList"/>
    <dgm:cxn modelId="{A99E054B-BBBB-4CED-90BB-C511A6FCF042}" type="presParOf" srcId="{695D0A46-5A36-464E-AE05-4084BA2D5F89}" destId="{B0EB13BC-5CE3-4F94-88EA-D45D6EC1E2B9}" srcOrd="1" destOrd="0" presId="urn:microsoft.com/office/officeart/2018/2/layout/IconLabelList"/>
    <dgm:cxn modelId="{4D2F1AAA-8E5D-4F44-BA0D-7662733B95DB}" type="presParOf" srcId="{695D0A46-5A36-464E-AE05-4084BA2D5F89}" destId="{2582EBCB-399C-438B-8072-5A451323792E}" srcOrd="2" destOrd="0" presId="urn:microsoft.com/office/officeart/2018/2/layout/IconLabelList"/>
    <dgm:cxn modelId="{25B14BCC-70A7-443D-9B9D-C7FEEC61A694}" type="presParOf" srcId="{D26236AA-922F-40AA-82B1-E58D3028CBC7}" destId="{A74AC691-D5D7-416A-AC73-F81889173476}" srcOrd="3" destOrd="0" presId="urn:microsoft.com/office/officeart/2018/2/layout/IconLabelList"/>
    <dgm:cxn modelId="{94B9E589-F577-476E-A27A-00BE02F4C2F0}" type="presParOf" srcId="{D26236AA-922F-40AA-82B1-E58D3028CBC7}" destId="{B1BA8CEC-463F-4376-8740-F957E7D66398}" srcOrd="4" destOrd="0" presId="urn:microsoft.com/office/officeart/2018/2/layout/IconLabelList"/>
    <dgm:cxn modelId="{420FD939-48D7-4033-B3BA-435087844D52}" type="presParOf" srcId="{B1BA8CEC-463F-4376-8740-F957E7D66398}" destId="{0CDF61ED-7C4A-47E7-8FC9-0AC160C0D288}" srcOrd="0" destOrd="0" presId="urn:microsoft.com/office/officeart/2018/2/layout/IconLabelList"/>
    <dgm:cxn modelId="{847D91C8-EB8C-410C-9EBA-0F11B5AEAE1F}" type="presParOf" srcId="{B1BA8CEC-463F-4376-8740-F957E7D66398}" destId="{CC4F35A6-9244-4B63-B2C5-6FA69DB1A598}" srcOrd="1" destOrd="0" presId="urn:microsoft.com/office/officeart/2018/2/layout/IconLabelList"/>
    <dgm:cxn modelId="{4BA595A5-1D7E-4BC4-A5D6-2D45A87B0106}" type="presParOf" srcId="{B1BA8CEC-463F-4376-8740-F957E7D66398}" destId="{0A698A4C-F64A-440F-9086-C1F1BDEA71C8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A2E422-A303-4E44-803E-9F0543268E38}">
      <dsp:nvSpPr>
        <dsp:cNvPr id="0" name=""/>
        <dsp:cNvSpPr/>
      </dsp:nvSpPr>
      <dsp:spPr>
        <a:xfrm>
          <a:off x="687141" y="751484"/>
          <a:ext cx="1061823" cy="106182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8BD6D3-372B-40A7-BDFD-6E84AC5504AC}">
      <dsp:nvSpPr>
        <dsp:cNvPr id="0" name=""/>
        <dsp:cNvSpPr/>
      </dsp:nvSpPr>
      <dsp:spPr>
        <a:xfrm>
          <a:off x="38249" y="2127749"/>
          <a:ext cx="2359607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A system that keeps records of our changes</a:t>
          </a:r>
        </a:p>
      </dsp:txBody>
      <dsp:txXfrm>
        <a:off x="38249" y="2127749"/>
        <a:ext cx="2359607" cy="720000"/>
      </dsp:txXfrm>
    </dsp:sp>
    <dsp:sp modelId="{68735C6A-17CE-403A-9522-3CF253EE7FDA}">
      <dsp:nvSpPr>
        <dsp:cNvPr id="0" name=""/>
        <dsp:cNvSpPr/>
      </dsp:nvSpPr>
      <dsp:spPr>
        <a:xfrm>
          <a:off x="3459681" y="751484"/>
          <a:ext cx="1061823" cy="106182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C5A28A-D130-4669-A851-567946080910}">
      <dsp:nvSpPr>
        <dsp:cNvPr id="0" name=""/>
        <dsp:cNvSpPr/>
      </dsp:nvSpPr>
      <dsp:spPr>
        <a:xfrm>
          <a:off x="2810789" y="2127749"/>
          <a:ext cx="2359607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Allows for collaborative development</a:t>
          </a:r>
        </a:p>
      </dsp:txBody>
      <dsp:txXfrm>
        <a:off x="2810789" y="2127749"/>
        <a:ext cx="2359607" cy="720000"/>
      </dsp:txXfrm>
    </dsp:sp>
    <dsp:sp modelId="{A56450FC-CFD2-480B-9373-B376C8E93D06}">
      <dsp:nvSpPr>
        <dsp:cNvPr id="0" name=""/>
        <dsp:cNvSpPr/>
      </dsp:nvSpPr>
      <dsp:spPr>
        <a:xfrm>
          <a:off x="6232220" y="751484"/>
          <a:ext cx="1061823" cy="106182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F94409-7BBF-4C87-BD86-EC9699452ED3}">
      <dsp:nvSpPr>
        <dsp:cNvPr id="0" name=""/>
        <dsp:cNvSpPr/>
      </dsp:nvSpPr>
      <dsp:spPr>
        <a:xfrm>
          <a:off x="5583328" y="2127749"/>
          <a:ext cx="2359607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Allows us to know who made what changes and when</a:t>
          </a:r>
        </a:p>
      </dsp:txBody>
      <dsp:txXfrm>
        <a:off x="5583328" y="2127749"/>
        <a:ext cx="2359607" cy="720000"/>
      </dsp:txXfrm>
    </dsp:sp>
    <dsp:sp modelId="{04B378D9-2E41-49E7-8EB5-BF65373CFD1F}">
      <dsp:nvSpPr>
        <dsp:cNvPr id="0" name=""/>
        <dsp:cNvSpPr/>
      </dsp:nvSpPr>
      <dsp:spPr>
        <a:xfrm>
          <a:off x="9004759" y="751484"/>
          <a:ext cx="1061823" cy="106182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412387-3E5A-44B7-98B8-D1C183440D59}">
      <dsp:nvSpPr>
        <dsp:cNvPr id="0" name=""/>
        <dsp:cNvSpPr/>
      </dsp:nvSpPr>
      <dsp:spPr>
        <a:xfrm>
          <a:off x="8355867" y="2127749"/>
          <a:ext cx="2359607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Allows us to revert any changes and go back to a previous state</a:t>
          </a:r>
        </a:p>
      </dsp:txBody>
      <dsp:txXfrm>
        <a:off x="8355867" y="2127749"/>
        <a:ext cx="2359607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014CE3C-C03F-43A6-BD12-D3B010B6669D}">
      <dsp:nvSpPr>
        <dsp:cNvPr id="0" name=""/>
        <dsp:cNvSpPr/>
      </dsp:nvSpPr>
      <dsp:spPr>
        <a:xfrm>
          <a:off x="687141" y="751484"/>
          <a:ext cx="1061823" cy="106182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A09AF2-9BAE-4186-B773-3A72D6796C09}">
      <dsp:nvSpPr>
        <dsp:cNvPr id="0" name=""/>
        <dsp:cNvSpPr/>
      </dsp:nvSpPr>
      <dsp:spPr>
        <a:xfrm>
          <a:off x="38249" y="2127749"/>
          <a:ext cx="2359607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 version control system</a:t>
          </a:r>
        </a:p>
      </dsp:txBody>
      <dsp:txXfrm>
        <a:off x="38249" y="2127749"/>
        <a:ext cx="2359607" cy="720000"/>
      </dsp:txXfrm>
    </dsp:sp>
    <dsp:sp modelId="{A193CCE0-9665-4D6C-AA38-E43C9AB9D43A}">
      <dsp:nvSpPr>
        <dsp:cNvPr id="0" name=""/>
        <dsp:cNvSpPr/>
      </dsp:nvSpPr>
      <dsp:spPr>
        <a:xfrm>
          <a:off x="3459681" y="751484"/>
          <a:ext cx="1061823" cy="106182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CF10E9-E0CF-4366-BA25-BC4EEE779841}">
      <dsp:nvSpPr>
        <dsp:cNvPr id="0" name=""/>
        <dsp:cNvSpPr/>
      </dsp:nvSpPr>
      <dsp:spPr>
        <a:xfrm>
          <a:off x="2810789" y="2127749"/>
          <a:ext cx="2359607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Developed by Linus Torvald in 2005</a:t>
          </a:r>
        </a:p>
      </dsp:txBody>
      <dsp:txXfrm>
        <a:off x="2810789" y="2127749"/>
        <a:ext cx="2359607" cy="720000"/>
      </dsp:txXfrm>
    </dsp:sp>
    <dsp:sp modelId="{C2CF6FCE-E6BD-4206-B2AF-15AA0BF2ED50}">
      <dsp:nvSpPr>
        <dsp:cNvPr id="0" name=""/>
        <dsp:cNvSpPr/>
      </dsp:nvSpPr>
      <dsp:spPr>
        <a:xfrm>
          <a:off x="6232220" y="751484"/>
          <a:ext cx="1061823" cy="106182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839226-AEC1-47E6-B400-732A477EADCA}">
      <dsp:nvSpPr>
        <dsp:cNvPr id="0" name=""/>
        <dsp:cNvSpPr/>
      </dsp:nvSpPr>
      <dsp:spPr>
        <a:xfrm>
          <a:off x="5583328" y="2127749"/>
          <a:ext cx="2359607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Cross-platfrom</a:t>
          </a:r>
        </a:p>
      </dsp:txBody>
      <dsp:txXfrm>
        <a:off x="5583328" y="2127749"/>
        <a:ext cx="2359607" cy="720000"/>
      </dsp:txXfrm>
    </dsp:sp>
    <dsp:sp modelId="{803A50E9-6011-4CAA-86FE-219BCA79C839}">
      <dsp:nvSpPr>
        <dsp:cNvPr id="0" name=""/>
        <dsp:cNvSpPr/>
      </dsp:nvSpPr>
      <dsp:spPr>
        <a:xfrm>
          <a:off x="9004759" y="751484"/>
          <a:ext cx="1061823" cy="106182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BD843B-289A-4347-B123-AF213921B9F6}">
      <dsp:nvSpPr>
        <dsp:cNvPr id="0" name=""/>
        <dsp:cNvSpPr/>
      </dsp:nvSpPr>
      <dsp:spPr>
        <a:xfrm>
          <a:off x="8355867" y="2127749"/>
          <a:ext cx="2359607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Open source , free</a:t>
          </a:r>
        </a:p>
      </dsp:txBody>
      <dsp:txXfrm>
        <a:off x="8355867" y="2127749"/>
        <a:ext cx="2359607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7FAB40-EA0A-4037-9AAD-53F50DBA9B2C}">
      <dsp:nvSpPr>
        <dsp:cNvPr id="0" name=""/>
        <dsp:cNvSpPr/>
      </dsp:nvSpPr>
      <dsp:spPr>
        <a:xfrm>
          <a:off x="687141" y="751484"/>
          <a:ext cx="1061823" cy="106182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22B635-255A-4394-B817-FAEB2A5A533C}">
      <dsp:nvSpPr>
        <dsp:cNvPr id="0" name=""/>
        <dsp:cNvSpPr/>
      </dsp:nvSpPr>
      <dsp:spPr>
        <a:xfrm>
          <a:off x="38249" y="2127749"/>
          <a:ext cx="2359607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Keep track of changes to code</a:t>
          </a:r>
        </a:p>
      </dsp:txBody>
      <dsp:txXfrm>
        <a:off x="38249" y="2127749"/>
        <a:ext cx="2359607" cy="720000"/>
      </dsp:txXfrm>
    </dsp:sp>
    <dsp:sp modelId="{0437576C-CDD1-4AD9-BD95-CB99A7ECFF37}">
      <dsp:nvSpPr>
        <dsp:cNvPr id="0" name=""/>
        <dsp:cNvSpPr/>
      </dsp:nvSpPr>
      <dsp:spPr>
        <a:xfrm>
          <a:off x="3459681" y="751484"/>
          <a:ext cx="1061823" cy="106182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055C53-0F72-40BD-838E-BEE13B4598F3}">
      <dsp:nvSpPr>
        <dsp:cNvPr id="0" name=""/>
        <dsp:cNvSpPr/>
      </dsp:nvSpPr>
      <dsp:spPr>
        <a:xfrm>
          <a:off x="2810789" y="2127749"/>
          <a:ext cx="2359607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Sync code between different people</a:t>
          </a:r>
        </a:p>
      </dsp:txBody>
      <dsp:txXfrm>
        <a:off x="2810789" y="2127749"/>
        <a:ext cx="2359607" cy="720000"/>
      </dsp:txXfrm>
    </dsp:sp>
    <dsp:sp modelId="{EF3B54AD-2A0D-4F8D-BE74-4AA358499BBD}">
      <dsp:nvSpPr>
        <dsp:cNvPr id="0" name=""/>
        <dsp:cNvSpPr/>
      </dsp:nvSpPr>
      <dsp:spPr>
        <a:xfrm>
          <a:off x="6232220" y="751484"/>
          <a:ext cx="1061823" cy="106182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9F54CD-2746-48FD-B861-B568B9CF3151}">
      <dsp:nvSpPr>
        <dsp:cNvPr id="0" name=""/>
        <dsp:cNvSpPr/>
      </dsp:nvSpPr>
      <dsp:spPr>
        <a:xfrm>
          <a:off x="5583328" y="2127749"/>
          <a:ext cx="2359607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Test changes to code without losing original</a:t>
          </a:r>
        </a:p>
      </dsp:txBody>
      <dsp:txXfrm>
        <a:off x="5583328" y="2127749"/>
        <a:ext cx="2359607" cy="720000"/>
      </dsp:txXfrm>
    </dsp:sp>
    <dsp:sp modelId="{0AE9E085-F25F-41A7-B14B-0234D8B94A6A}">
      <dsp:nvSpPr>
        <dsp:cNvPr id="0" name=""/>
        <dsp:cNvSpPr/>
      </dsp:nvSpPr>
      <dsp:spPr>
        <a:xfrm>
          <a:off x="9004759" y="751484"/>
          <a:ext cx="1061823" cy="106182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90EC67-4CD8-4581-95DE-097F11CDA7E3}">
      <dsp:nvSpPr>
        <dsp:cNvPr id="0" name=""/>
        <dsp:cNvSpPr/>
      </dsp:nvSpPr>
      <dsp:spPr>
        <a:xfrm>
          <a:off x="8355867" y="2127749"/>
          <a:ext cx="2359607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Revert back to old versions of code</a:t>
          </a:r>
        </a:p>
      </dsp:txBody>
      <dsp:txXfrm>
        <a:off x="8355867" y="2127749"/>
        <a:ext cx="2359607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F917B5-6A77-4947-83B5-86D931C3CC54}">
      <dsp:nvSpPr>
        <dsp:cNvPr id="0" name=""/>
        <dsp:cNvSpPr/>
      </dsp:nvSpPr>
      <dsp:spPr>
        <a:xfrm>
          <a:off x="898235" y="529190"/>
          <a:ext cx="1439558" cy="143955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A65DEC-EC1F-455B-BA57-735C27BC829B}">
      <dsp:nvSpPr>
        <dsp:cNvPr id="0" name=""/>
        <dsp:cNvSpPr/>
      </dsp:nvSpPr>
      <dsp:spPr>
        <a:xfrm>
          <a:off x="18504" y="2350043"/>
          <a:ext cx="319901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Online Git repository hosting service</a:t>
          </a:r>
        </a:p>
      </dsp:txBody>
      <dsp:txXfrm>
        <a:off x="18504" y="2350043"/>
        <a:ext cx="3199019" cy="720000"/>
      </dsp:txXfrm>
    </dsp:sp>
    <dsp:sp modelId="{650D1CB3-75F8-4DEB-8414-7DA58AFA8E3D}">
      <dsp:nvSpPr>
        <dsp:cNvPr id="0" name=""/>
        <dsp:cNvSpPr/>
      </dsp:nvSpPr>
      <dsp:spPr>
        <a:xfrm>
          <a:off x="4657083" y="529190"/>
          <a:ext cx="1439558" cy="143955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82EBCB-399C-438B-8072-5A451323792E}">
      <dsp:nvSpPr>
        <dsp:cNvPr id="0" name=""/>
        <dsp:cNvSpPr/>
      </dsp:nvSpPr>
      <dsp:spPr>
        <a:xfrm>
          <a:off x="3777352" y="2350043"/>
          <a:ext cx="319901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Allows for code collaboration with anyone online</a:t>
          </a:r>
        </a:p>
      </dsp:txBody>
      <dsp:txXfrm>
        <a:off x="3777352" y="2350043"/>
        <a:ext cx="3199019" cy="720000"/>
      </dsp:txXfrm>
    </dsp:sp>
    <dsp:sp modelId="{0CDF61ED-7C4A-47E7-8FC9-0AC160C0D288}">
      <dsp:nvSpPr>
        <dsp:cNvPr id="0" name=""/>
        <dsp:cNvSpPr/>
      </dsp:nvSpPr>
      <dsp:spPr>
        <a:xfrm>
          <a:off x="8415931" y="529190"/>
          <a:ext cx="1439558" cy="143955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698A4C-F64A-440F-9086-C1F1BDEA71C8}">
      <dsp:nvSpPr>
        <dsp:cNvPr id="0" name=""/>
        <dsp:cNvSpPr/>
      </dsp:nvSpPr>
      <dsp:spPr>
        <a:xfrm>
          <a:off x="7536200" y="2350043"/>
          <a:ext cx="319901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Founded in 2008</a:t>
          </a:r>
        </a:p>
      </dsp:txBody>
      <dsp:txXfrm>
        <a:off x="7536200" y="2350043"/>
        <a:ext cx="3199019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4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8800" spc="-12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2" y="4206876"/>
            <a:ext cx="9228201" cy="164592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845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911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3355848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8800" b="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4204209"/>
            <a:ext cx="9226296" cy="1645920"/>
          </a:xfrm>
        </p:spPr>
        <p:txBody>
          <a:bodyPr anchor="t">
            <a:normAutofit/>
          </a:bodyPr>
          <a:lstStyle>
            <a:lvl1pPr marL="0" indent="0"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361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0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094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633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955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543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4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2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3174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7"/>
            <a:ext cx="10780776" cy="613283"/>
          </a:xfrm>
        </p:spPr>
        <p:txBody>
          <a:bodyPr anchor="b">
            <a:normAutofit/>
          </a:bodyPr>
          <a:lstStyle>
            <a:lvl1pPr>
              <a:defRPr sz="32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800"/>
              </a:spcBef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4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2481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4039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0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5" y="714375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809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6" y="5876412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300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028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5400" kern="1200" spc="-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85000"/>
        </a:lnSpc>
        <a:spcBef>
          <a:spcPts val="13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7472" indent="-3429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54864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0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822960" indent="-82296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09728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8DB85-DD68-47E5-851E-72F13E9E74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80028" y="3376123"/>
            <a:ext cx="4515147" cy="1529232"/>
          </a:xfrm>
        </p:spPr>
        <p:txBody>
          <a:bodyPr>
            <a:normAutofit/>
          </a:bodyPr>
          <a:lstStyle/>
          <a:p>
            <a:pPr algn="r"/>
            <a:r>
              <a:rPr lang="en-US" sz="4400"/>
              <a:t>Working with Git and GitHub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C0EFB3-F0B4-43B6-A706-AA4E81B8F3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9886" y="4905356"/>
            <a:ext cx="4165290" cy="617620"/>
          </a:xfrm>
        </p:spPr>
        <p:txBody>
          <a:bodyPr>
            <a:normAutofit/>
          </a:bodyPr>
          <a:lstStyle/>
          <a:p>
            <a:pPr algn="r"/>
            <a:r>
              <a:rPr lang="en-US"/>
              <a:t>Diwash Shrestha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5214FA5-0E46-4B8C-8540-33EE98A5569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056" r="13831" b="-1"/>
          <a:stretch/>
        </p:blipFill>
        <p:spPr>
          <a:xfrm>
            <a:off x="-2192" y="10"/>
            <a:ext cx="8436340" cy="6857990"/>
          </a:xfrm>
          <a:custGeom>
            <a:avLst/>
            <a:gdLst/>
            <a:ahLst/>
            <a:cxnLst/>
            <a:rect l="l" t="t" r="r" b="b"/>
            <a:pathLst>
              <a:path w="8436340" h="6858000">
                <a:moveTo>
                  <a:pt x="6950358" y="3911316"/>
                </a:moveTo>
                <a:lnTo>
                  <a:pt x="6950358" y="3925503"/>
                </a:lnTo>
                <a:lnTo>
                  <a:pt x="6948404" y="3918409"/>
                </a:lnTo>
                <a:close/>
                <a:moveTo>
                  <a:pt x="890899" y="2071857"/>
                </a:moveTo>
                <a:cubicBezTo>
                  <a:pt x="890899" y="2071857"/>
                  <a:pt x="890899" y="2071857"/>
                  <a:pt x="4934362" y="2071857"/>
                </a:cubicBezTo>
                <a:cubicBezTo>
                  <a:pt x="5187625" y="2071857"/>
                  <a:pt x="5432153" y="2211072"/>
                  <a:pt x="5554418" y="2437296"/>
                </a:cubicBezTo>
                <a:cubicBezTo>
                  <a:pt x="5554418" y="2437296"/>
                  <a:pt x="5554418" y="2437296"/>
                  <a:pt x="7580515" y="5926372"/>
                </a:cubicBezTo>
                <a:cubicBezTo>
                  <a:pt x="7711513" y="6143896"/>
                  <a:pt x="7711513" y="6422327"/>
                  <a:pt x="7580515" y="6639850"/>
                </a:cubicBezTo>
                <a:cubicBezTo>
                  <a:pt x="7580515" y="6639850"/>
                  <a:pt x="7580515" y="6639850"/>
                  <a:pt x="7473670" y="6823844"/>
                </a:cubicBezTo>
                <a:lnTo>
                  <a:pt x="7453836" y="6858000"/>
                </a:lnTo>
                <a:lnTo>
                  <a:pt x="0" y="6858000"/>
                </a:lnTo>
                <a:lnTo>
                  <a:pt x="0" y="2890622"/>
                </a:lnTo>
                <a:lnTo>
                  <a:pt x="78831" y="2754282"/>
                </a:lnTo>
                <a:cubicBezTo>
                  <a:pt x="137995" y="2651956"/>
                  <a:pt x="199068" y="2546330"/>
                  <a:pt x="262110" y="2437296"/>
                </a:cubicBezTo>
                <a:cubicBezTo>
                  <a:pt x="393108" y="2211072"/>
                  <a:pt x="628904" y="2071857"/>
                  <a:pt x="890899" y="2071857"/>
                </a:cubicBezTo>
                <a:close/>
                <a:moveTo>
                  <a:pt x="6355444" y="753840"/>
                </a:moveTo>
                <a:cubicBezTo>
                  <a:pt x="6355444" y="753840"/>
                  <a:pt x="6355444" y="753840"/>
                  <a:pt x="7595013" y="753840"/>
                </a:cubicBezTo>
                <a:cubicBezTo>
                  <a:pt x="7672653" y="753840"/>
                  <a:pt x="7747616" y="796518"/>
                  <a:pt x="7785098" y="865869"/>
                </a:cubicBezTo>
                <a:cubicBezTo>
                  <a:pt x="7785098" y="865869"/>
                  <a:pt x="7785098" y="865869"/>
                  <a:pt x="8406222" y="1935484"/>
                </a:cubicBezTo>
                <a:cubicBezTo>
                  <a:pt x="8446380" y="2002169"/>
                  <a:pt x="8446380" y="2087523"/>
                  <a:pt x="8406222" y="2154207"/>
                </a:cubicBezTo>
                <a:cubicBezTo>
                  <a:pt x="8406222" y="2154207"/>
                  <a:pt x="8406222" y="2154207"/>
                  <a:pt x="7785098" y="3223823"/>
                </a:cubicBezTo>
                <a:cubicBezTo>
                  <a:pt x="7747616" y="3293174"/>
                  <a:pt x="7672653" y="3335852"/>
                  <a:pt x="7595013" y="3335852"/>
                </a:cubicBezTo>
                <a:cubicBezTo>
                  <a:pt x="7595013" y="3335852"/>
                  <a:pt x="7595013" y="3335852"/>
                  <a:pt x="6355444" y="3335852"/>
                </a:cubicBezTo>
                <a:cubicBezTo>
                  <a:pt x="6275127" y="3335852"/>
                  <a:pt x="6202841" y="3293174"/>
                  <a:pt x="6162682" y="3223823"/>
                </a:cubicBezTo>
                <a:cubicBezTo>
                  <a:pt x="6162682" y="3223823"/>
                  <a:pt x="6162682" y="3223823"/>
                  <a:pt x="5544237" y="2154207"/>
                </a:cubicBezTo>
                <a:cubicBezTo>
                  <a:pt x="5504078" y="2087523"/>
                  <a:pt x="5504078" y="2002169"/>
                  <a:pt x="5544237" y="1935484"/>
                </a:cubicBezTo>
                <a:cubicBezTo>
                  <a:pt x="5544237" y="1935484"/>
                  <a:pt x="5544237" y="1935484"/>
                  <a:pt x="6162682" y="865869"/>
                </a:cubicBezTo>
                <a:cubicBezTo>
                  <a:pt x="6202841" y="796518"/>
                  <a:pt x="6275127" y="753840"/>
                  <a:pt x="6355444" y="753840"/>
                </a:cubicBezTo>
                <a:close/>
                <a:moveTo>
                  <a:pt x="0" y="0"/>
                </a:moveTo>
                <a:lnTo>
                  <a:pt x="6535339" y="0"/>
                </a:lnTo>
                <a:lnTo>
                  <a:pt x="6421432" y="196155"/>
                </a:lnTo>
                <a:cubicBezTo>
                  <a:pt x="6196056" y="584267"/>
                  <a:pt x="5928944" y="1044253"/>
                  <a:pt x="5612367" y="1589421"/>
                </a:cubicBezTo>
                <a:cubicBezTo>
                  <a:pt x="5490102" y="1815646"/>
                  <a:pt x="5245573" y="1954861"/>
                  <a:pt x="4992310" y="1954861"/>
                </a:cubicBezTo>
                <a:cubicBezTo>
                  <a:pt x="4992310" y="1954861"/>
                  <a:pt x="4992310" y="1954861"/>
                  <a:pt x="948847" y="1954861"/>
                </a:cubicBezTo>
                <a:cubicBezTo>
                  <a:pt x="686852" y="1954861"/>
                  <a:pt x="451057" y="1815646"/>
                  <a:pt x="320058" y="1589421"/>
                </a:cubicBezTo>
                <a:cubicBezTo>
                  <a:pt x="320058" y="1589421"/>
                  <a:pt x="320058" y="1589421"/>
                  <a:pt x="4048" y="1042874"/>
                </a:cubicBezTo>
                <a:lnTo>
                  <a:pt x="0" y="1035874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83674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BD554-B53F-4FEA-A1C0-AE97E05F7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244AB-6326-46A8-A601-A91FFB9B5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58489" cy="4351338"/>
          </a:xfrm>
        </p:spPr>
        <p:txBody>
          <a:bodyPr>
            <a:normAutofit/>
          </a:bodyPr>
          <a:lstStyle/>
          <a:p>
            <a:r>
              <a:rPr lang="en-US" dirty="0"/>
              <a:t>Version Control</a:t>
            </a:r>
          </a:p>
          <a:p>
            <a:r>
              <a:rPr lang="en-US" dirty="0"/>
              <a:t>Git</a:t>
            </a:r>
          </a:p>
          <a:p>
            <a:pPr lvl="1"/>
            <a:r>
              <a:rPr lang="en-US" dirty="0"/>
              <a:t>Repositories</a:t>
            </a:r>
          </a:p>
          <a:p>
            <a:pPr lvl="1"/>
            <a:r>
              <a:rPr lang="en-US" dirty="0"/>
              <a:t>Commits</a:t>
            </a:r>
          </a:p>
          <a:p>
            <a:pPr lvl="1"/>
            <a:r>
              <a:rPr lang="en-US" dirty="0"/>
              <a:t>Branches </a:t>
            </a:r>
          </a:p>
          <a:p>
            <a:pPr lvl="1"/>
            <a:r>
              <a:rPr lang="en-US" dirty="0"/>
              <a:t>Merges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4801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C74DC-AF15-4CD2-AA08-1D7BD759B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658198"/>
          </a:xfrm>
        </p:spPr>
        <p:txBody>
          <a:bodyPr>
            <a:normAutofit/>
          </a:bodyPr>
          <a:lstStyle/>
          <a:p>
            <a:r>
              <a:rPr lang="en-US" dirty="0"/>
              <a:t>What is version control?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6D866FB-5C34-4583-A1BE-37EDD42BC13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1743665"/>
              </p:ext>
            </p:extLst>
          </p:nvPr>
        </p:nvGraphicFramePr>
        <p:xfrm>
          <a:off x="676275" y="2373549"/>
          <a:ext cx="10753725" cy="35992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991963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CD1C4-B727-4E67-90AD-95FE276B4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658198"/>
          </a:xfrm>
        </p:spPr>
        <p:txBody>
          <a:bodyPr>
            <a:normAutofit/>
          </a:bodyPr>
          <a:lstStyle/>
          <a:p>
            <a:r>
              <a:rPr lang="en-US"/>
              <a:t>What is git?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7FEC90E-926A-4D71-BBE0-D7F7BFAF021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5956802"/>
              </p:ext>
            </p:extLst>
          </p:nvPr>
        </p:nvGraphicFramePr>
        <p:xfrm>
          <a:off x="676275" y="2373549"/>
          <a:ext cx="10753725" cy="35992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89991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A79E2-74E8-4DB6-9F93-45A1DE0A0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658198"/>
          </a:xfrm>
        </p:spPr>
        <p:txBody>
          <a:bodyPr>
            <a:normAutofit/>
          </a:bodyPr>
          <a:lstStyle/>
          <a:p>
            <a:r>
              <a:rPr lang="en-US"/>
              <a:t>What Git does?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647F2C9-EE64-4709-A12D-1259EC3282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45372588"/>
              </p:ext>
            </p:extLst>
          </p:nvPr>
        </p:nvGraphicFramePr>
        <p:xfrm>
          <a:off x="676275" y="2373549"/>
          <a:ext cx="10753725" cy="35992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39267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FFEB4-72A6-4116-A8E3-C0070A6C2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658198"/>
          </a:xfrm>
        </p:spPr>
        <p:txBody>
          <a:bodyPr>
            <a:normAutofit/>
          </a:bodyPr>
          <a:lstStyle/>
          <a:p>
            <a:r>
              <a:rPr lang="en-US" dirty="0"/>
              <a:t>GitHub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FFFC0F3-F744-40EA-B712-7B1954E517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47917820"/>
              </p:ext>
            </p:extLst>
          </p:nvPr>
        </p:nvGraphicFramePr>
        <p:xfrm>
          <a:off x="676275" y="2373549"/>
          <a:ext cx="10753725" cy="35992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770371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D976C13-68E6-4E25-B13E-FC3A2D3F66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FE3A7B-DDFF-4F81-8AAE-11D96D138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825ADD-F95C-4747-9B41-5DB21C28E6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7" y="643467"/>
            <a:ext cx="10905065" cy="5571066"/>
          </a:xfrm>
          <a:prstGeom prst="rect">
            <a:avLst/>
          </a:prstGeom>
          <a:noFill/>
          <a:ln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6791A8E-B2BA-467D-BB87-8CFBFB13A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3900" y="726948"/>
            <a:ext cx="10744200" cy="5404104"/>
          </a:xfrm>
          <a:prstGeom prst="rect">
            <a:avLst/>
          </a:prstGeom>
          <a:noFill/>
          <a:ln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B9E17E-A4E2-47E4-BED1-95D6ED991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503" y="1285196"/>
            <a:ext cx="9607160" cy="277942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0000"/>
              </a:lnSpc>
            </a:pPr>
            <a:r>
              <a:rPr lang="en-US" sz="7200" dirty="0">
                <a:solidFill>
                  <a:srgbClr val="FFFFFF"/>
                </a:solidFill>
              </a:rPr>
              <a:t>git commands</a:t>
            </a:r>
          </a:p>
        </p:txBody>
      </p:sp>
    </p:spTree>
    <p:extLst>
      <p:ext uri="{BB962C8B-B14F-4D97-AF65-F5344CB8AC3E}">
        <p14:creationId xmlns:p14="http://schemas.microsoft.com/office/powerpoint/2010/main" val="34348071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>
            <a:extLst>
              <a:ext uri="{FF2B5EF4-FFF2-40B4-BE49-F238E27FC236}">
                <a16:creationId xmlns:a16="http://schemas.microsoft.com/office/drawing/2014/main" id="{B1CCD5EF-766D-43B9-A25D-19122E5FB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7" y="643467"/>
            <a:ext cx="10905065" cy="1989682"/>
          </a:xfrm>
          <a:prstGeom prst="rect">
            <a:avLst/>
          </a:prstGeom>
          <a:solidFill>
            <a:schemeClr val="accent1"/>
          </a:solidFill>
          <a:ln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FD9699C9-77F1-4E33-A750-CB78C7EA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5" y="806204"/>
            <a:ext cx="10579608" cy="1664208"/>
          </a:xfrm>
          <a:prstGeom prst="rect">
            <a:avLst/>
          </a:prstGeom>
          <a:noFill/>
          <a:ln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8957A5-05B2-49EE-9468-3F216573F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846" y="1059736"/>
            <a:ext cx="10040233" cy="1228130"/>
          </a:xfrm>
        </p:spPr>
        <p:txBody>
          <a:bodyPr>
            <a:normAutofit/>
          </a:bodyPr>
          <a:lstStyle/>
          <a:p>
            <a:r>
              <a:rPr lang="en-US" sz="4200">
                <a:solidFill>
                  <a:srgbClr val="FFFFFF"/>
                </a:solidFill>
              </a:rPr>
              <a:t>git clone</a:t>
            </a:r>
            <a:br>
              <a:rPr lang="en-US" sz="4200">
                <a:solidFill>
                  <a:srgbClr val="FFFFFF"/>
                </a:solidFill>
              </a:rPr>
            </a:br>
            <a:endParaRPr lang="en-US" sz="42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E4C57-F683-4F81-A916-4F90C3D4B3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1846" y="2973313"/>
            <a:ext cx="10040233" cy="2903099"/>
          </a:xfrm>
        </p:spPr>
        <p:txBody>
          <a:bodyPr>
            <a:normAutofit/>
          </a:bodyPr>
          <a:lstStyle/>
          <a:p>
            <a:r>
              <a:rPr lang="en-US" dirty="0"/>
              <a:t>git clone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746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1CCD5EF-766D-43B9-A25D-19122E5FB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7" y="643467"/>
            <a:ext cx="10905065" cy="1989682"/>
          </a:xfrm>
          <a:prstGeom prst="rect">
            <a:avLst/>
          </a:prstGeom>
          <a:solidFill>
            <a:schemeClr val="accent1"/>
          </a:solidFill>
          <a:ln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9699C9-77F1-4E33-A750-CB78C7EA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5" y="806204"/>
            <a:ext cx="10579608" cy="1664208"/>
          </a:xfrm>
          <a:prstGeom prst="rect">
            <a:avLst/>
          </a:prstGeom>
          <a:noFill/>
          <a:ln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945B6F-C814-48B9-9008-9A805AB73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846" y="1059736"/>
            <a:ext cx="10040233" cy="122813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git  add &lt;filename&gt;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4F2F12-BD36-4B6E-951C-9E4DAC47A8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1846" y="2973313"/>
            <a:ext cx="10040233" cy="2903099"/>
          </a:xfrm>
        </p:spPr>
        <p:txBody>
          <a:bodyPr>
            <a:norm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8248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1CCD5EF-766D-43B9-A25D-19122E5FB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7" y="643467"/>
            <a:ext cx="10905065" cy="1989682"/>
          </a:xfrm>
          <a:prstGeom prst="rect">
            <a:avLst/>
          </a:prstGeom>
          <a:solidFill>
            <a:schemeClr val="accent1"/>
          </a:solidFill>
          <a:ln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9699C9-77F1-4E33-A750-CB78C7EA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5" y="806204"/>
            <a:ext cx="10579608" cy="1664208"/>
          </a:xfrm>
          <a:prstGeom prst="rect">
            <a:avLst/>
          </a:prstGeom>
          <a:noFill/>
          <a:ln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6CB4E8-4E2B-48D2-A8E7-B5C6FDEDD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846" y="1059736"/>
            <a:ext cx="10040233" cy="122813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git  commit –m “message”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AB12B-FA80-4E8E-8250-3FB023995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1846" y="2973313"/>
            <a:ext cx="10040233" cy="2903099"/>
          </a:xfrm>
        </p:spPr>
        <p:txBody>
          <a:bodyPr>
            <a:norm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910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1CCD5EF-766D-43B9-A25D-19122E5FB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7" y="643467"/>
            <a:ext cx="10905065" cy="1989682"/>
          </a:xfrm>
          <a:prstGeom prst="rect">
            <a:avLst/>
          </a:prstGeom>
          <a:solidFill>
            <a:schemeClr val="accent1"/>
          </a:solidFill>
          <a:ln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9699C9-77F1-4E33-A750-CB78C7EA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5" y="806204"/>
            <a:ext cx="10579608" cy="1664208"/>
          </a:xfrm>
          <a:prstGeom prst="rect">
            <a:avLst/>
          </a:prstGeom>
          <a:noFill/>
          <a:ln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45DDD9-0D56-4060-AE53-2B74BEE55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846" y="1059736"/>
            <a:ext cx="10040233" cy="122813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git  push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CAFDA5-FBD5-434D-8499-121F6E450D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1846" y="2973313"/>
            <a:ext cx="10040233" cy="2903099"/>
          </a:xfrm>
        </p:spPr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8385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1CCD5EF-766D-43B9-A25D-19122E5FB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7" y="643467"/>
            <a:ext cx="10905065" cy="1989682"/>
          </a:xfrm>
          <a:prstGeom prst="rect">
            <a:avLst/>
          </a:prstGeom>
          <a:solidFill>
            <a:schemeClr val="accent1"/>
          </a:solidFill>
          <a:ln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9699C9-77F1-4E33-A750-CB78C7EA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5" y="806204"/>
            <a:ext cx="10579608" cy="1664208"/>
          </a:xfrm>
          <a:prstGeom prst="rect">
            <a:avLst/>
          </a:prstGeom>
          <a:noFill/>
          <a:ln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606425-E86E-450A-BA5D-8BBEF96F3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846" y="1059736"/>
            <a:ext cx="10040233" cy="122813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git branch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41033-E811-4E95-AF7C-BC9FEA961A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1846" y="2973313"/>
            <a:ext cx="10040233" cy="2903099"/>
          </a:xfrm>
        </p:spPr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4465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1CCD5EF-766D-43B9-A25D-19122E5FB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7" y="643467"/>
            <a:ext cx="10905065" cy="1989682"/>
          </a:xfrm>
          <a:prstGeom prst="rect">
            <a:avLst/>
          </a:prstGeom>
          <a:solidFill>
            <a:schemeClr val="accent1"/>
          </a:solidFill>
          <a:ln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9699C9-77F1-4E33-A750-CB78C7EA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5" y="806204"/>
            <a:ext cx="10579608" cy="1664208"/>
          </a:xfrm>
          <a:prstGeom prst="rect">
            <a:avLst/>
          </a:prstGeom>
          <a:noFill/>
          <a:ln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03A668-5C3C-4C23-BDAD-6DDF17644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846" y="1059736"/>
            <a:ext cx="10040233" cy="122813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git merge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856038-8DE8-478A-A439-5405ABCEF3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1846" y="2973313"/>
            <a:ext cx="10040233" cy="2903099"/>
          </a:xfrm>
        </p:spPr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5215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1CCD5EF-766D-43B9-A25D-19122E5FB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7" y="643467"/>
            <a:ext cx="10905065" cy="1989682"/>
          </a:xfrm>
          <a:prstGeom prst="rect">
            <a:avLst/>
          </a:prstGeom>
          <a:solidFill>
            <a:schemeClr val="accent1"/>
          </a:solidFill>
          <a:ln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9699C9-77F1-4E33-A750-CB78C7EA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5" y="806204"/>
            <a:ext cx="10579608" cy="1664208"/>
          </a:xfrm>
          <a:prstGeom prst="rect">
            <a:avLst/>
          </a:prstGeom>
          <a:noFill/>
          <a:ln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03A668-5C3C-4C23-BDAD-6DDF17644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846" y="1059736"/>
            <a:ext cx="10040233" cy="122813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git merge conflict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856038-8DE8-478A-A439-5405ABCEF3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1846" y="2973313"/>
            <a:ext cx="10040233" cy="2903099"/>
          </a:xfrm>
        </p:spPr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3184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1CCD5EF-766D-43B9-A25D-19122E5FB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7" y="643467"/>
            <a:ext cx="10905065" cy="1989682"/>
          </a:xfrm>
          <a:prstGeom prst="rect">
            <a:avLst/>
          </a:prstGeom>
          <a:solidFill>
            <a:schemeClr val="accent1"/>
          </a:solidFill>
          <a:ln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9699C9-77F1-4E33-A750-CB78C7EA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5" y="806204"/>
            <a:ext cx="10579608" cy="1664208"/>
          </a:xfrm>
          <a:prstGeom prst="rect">
            <a:avLst/>
          </a:prstGeom>
          <a:noFill/>
          <a:ln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03A668-5C3C-4C23-BDAD-6DDF17644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846" y="1059736"/>
            <a:ext cx="10040233" cy="122813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git log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856038-8DE8-478A-A439-5405ABCEF3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1846" y="2973313"/>
            <a:ext cx="10040233" cy="2903099"/>
          </a:xfrm>
        </p:spPr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050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441D5-9283-473D-BDBC-ACBF158A3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6CE8C7-FEA7-42DC-B72C-7C6B66F0D5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Official </a:t>
            </a:r>
            <a:r>
              <a:rPr lang="en-US"/>
              <a:t>git site and </a:t>
            </a:r>
          </a:p>
        </p:txBody>
      </p:sp>
    </p:spTree>
    <p:extLst>
      <p:ext uri="{BB962C8B-B14F-4D97-AF65-F5344CB8AC3E}">
        <p14:creationId xmlns:p14="http://schemas.microsoft.com/office/powerpoint/2010/main" val="582544658"/>
      </p:ext>
    </p:extLst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Slipstream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154</Words>
  <Application>Microsoft Office PowerPoint</Application>
  <PresentationFormat>Widescreen</PresentationFormat>
  <Paragraphs>40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 Light</vt:lpstr>
      <vt:lpstr>Metropolitan</vt:lpstr>
      <vt:lpstr>Working with Git and GitHub</vt:lpstr>
      <vt:lpstr>Agenda</vt:lpstr>
      <vt:lpstr>What is version control?</vt:lpstr>
      <vt:lpstr>What is git?</vt:lpstr>
      <vt:lpstr>What Git does?</vt:lpstr>
      <vt:lpstr>GitHub</vt:lpstr>
      <vt:lpstr>git commands</vt:lpstr>
      <vt:lpstr>git clone </vt:lpstr>
      <vt:lpstr>git  add &lt;filename&gt;</vt:lpstr>
      <vt:lpstr>git  commit –m “message”</vt:lpstr>
      <vt:lpstr>git  push</vt:lpstr>
      <vt:lpstr>git branch</vt:lpstr>
      <vt:lpstr>git merge</vt:lpstr>
      <vt:lpstr>git merge conflict</vt:lpstr>
      <vt:lpstr>git log</vt:lpstr>
      <vt:lpstr>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Working with Git and GitHub</dc:title>
  <dc:creator>Diwash Shrestha</dc:creator>
  <cp:lastModifiedBy>Diwash Shrestha</cp:lastModifiedBy>
  <cp:revision>1</cp:revision>
  <dcterms:created xsi:type="dcterms:W3CDTF">2020-05-28T17:04:00Z</dcterms:created>
  <dcterms:modified xsi:type="dcterms:W3CDTF">2020-05-28T17:08:29Z</dcterms:modified>
</cp:coreProperties>
</file>